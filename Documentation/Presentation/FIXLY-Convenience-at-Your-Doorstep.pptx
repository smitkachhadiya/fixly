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 Light" panose="020B0604020202020204" charset="0"/>
      <p:regular r:id="rId13"/>
      <p:bold r:id="rId14"/>
      <p:italic r:id="rId15"/>
      <p:boldItalic r:id="rId16"/>
    </p:embeddedFont>
    <p:embeddedFont>
      <p:font typeface="Bitter Medium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4mNBN0dNAa+FwXHvyJOdLhx7n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1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1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E2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1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1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1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2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2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2600F"/>
              </a:buClr>
              <a:buSzPts val="4450"/>
              <a:buFont typeface="Bitter Medium"/>
              <a:buNone/>
            </a:pPr>
            <a:r>
              <a:rPr lang="en-US" sz="4450" b="0" i="0" u="none" strike="noStrike" cap="none">
                <a:solidFill>
                  <a:srgbClr val="D2600F"/>
                </a:solidFill>
                <a:latin typeface="Bitter Medium"/>
                <a:ea typeface="Bitter Medium"/>
                <a:cs typeface="Bitter Medium"/>
                <a:sym typeface="Bitter Medium"/>
              </a:rPr>
              <a:t>FIXLY:</a:t>
            </a:r>
            <a:r>
              <a:rPr lang="en-US" sz="4450" b="0" i="0" u="none" strike="noStrike" cap="non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 Convenience at Your Doorstep</a:t>
            </a:r>
            <a:endParaRPr sz="4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 b="0" i="0" u="none" strike="noStrike" cap="non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Connecting customers with skilled professionals, effortlessly.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/>
          <p:nvPr/>
        </p:nvSpPr>
        <p:spPr>
          <a:xfrm>
            <a:off x="4571286" y="603647"/>
            <a:ext cx="5487710" cy="68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300"/>
              <a:buFont typeface="Bitter Medium"/>
              <a:buNone/>
            </a:pPr>
            <a:r>
              <a:rPr lang="en-US" sz="430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Overview &amp; Agenda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68191" y="1728549"/>
            <a:ext cx="13094018" cy="70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Welcome to the future of service marketplaces. This presentation will introduce Fixly, a revolutionary platform designed to simplify access to professional services and empower service providers.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68224" y="2601050"/>
            <a:ext cx="469800" cy="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Light"/>
              <a:buNone/>
            </a:pPr>
            <a:r>
              <a:rPr lang="en-US" sz="1700">
                <a:solidFill>
                  <a:srgbClr val="2B2E3C"/>
                </a:solidFill>
                <a:latin typeface="Bitter Light"/>
                <a:ea typeface="Bitter Light"/>
                <a:cs typeface="Bitter Light"/>
                <a:sym typeface="Bitter Light"/>
              </a:rPr>
              <a:t>01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68191" y="3020378"/>
            <a:ext cx="6437233" cy="30480"/>
          </a:xfrm>
          <a:prstGeom prst="rect">
            <a:avLst/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68191" y="3190994"/>
            <a:ext cx="2743795" cy="34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50"/>
              <a:buFont typeface="Bitter Medium"/>
              <a:buNone/>
            </a:pPr>
            <a:r>
              <a:rPr lang="en-US" sz="215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Introduction to Fixly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68191" y="3665696"/>
            <a:ext cx="6437233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What is Fixly and why was it created?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424843" y="2677951"/>
            <a:ext cx="469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Light"/>
              <a:buNone/>
            </a:pPr>
            <a:r>
              <a:rPr lang="en-US" sz="1700">
                <a:solidFill>
                  <a:srgbClr val="2B2E3C"/>
                </a:solidFill>
                <a:latin typeface="Bitter Light"/>
                <a:ea typeface="Bitter Light"/>
                <a:cs typeface="Bitter Light"/>
                <a:sym typeface="Bitter Light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424857" y="3020378"/>
            <a:ext cx="6437352" cy="30480"/>
          </a:xfrm>
          <a:prstGeom prst="rect">
            <a:avLst/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424857" y="3190994"/>
            <a:ext cx="2743795" cy="34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50"/>
              <a:buFont typeface="Bitter Medium"/>
              <a:buNone/>
            </a:pPr>
            <a:r>
              <a:rPr lang="en-US" sz="215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Problem &amp; Solution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424857" y="3665696"/>
            <a:ext cx="6437352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Addressing market challenges and Fixly's unique approach.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68221" y="4400899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Light"/>
              <a:buNone/>
            </a:pPr>
            <a:r>
              <a:rPr lang="en-US" sz="1700">
                <a:solidFill>
                  <a:srgbClr val="2B2E3C"/>
                </a:solidFill>
                <a:latin typeface="Bitter Light"/>
                <a:ea typeface="Bitter Light"/>
                <a:cs typeface="Bitter Light"/>
                <a:sym typeface="Bitter Light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68191" y="4743331"/>
            <a:ext cx="6437233" cy="30480"/>
          </a:xfrm>
          <a:prstGeom prst="rect">
            <a:avLst/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68191" y="4913948"/>
            <a:ext cx="3803095" cy="24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50"/>
              <a:buFont typeface="Bitter Medium"/>
              <a:buNone/>
            </a:pPr>
            <a:r>
              <a:rPr lang="en-US" sz="2150" dirty="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Target Users &amp; Use Cases</a:t>
            </a:r>
            <a:endParaRPr sz="2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68191" y="5388650"/>
            <a:ext cx="6437233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Who benefits from Fixly and how it's applied.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424842" y="4400897"/>
            <a:ext cx="469800" cy="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Light"/>
              <a:buNone/>
            </a:pPr>
            <a:r>
              <a:rPr lang="en-US" sz="1700">
                <a:solidFill>
                  <a:srgbClr val="2B2E3C"/>
                </a:solidFill>
                <a:latin typeface="Bitter Light"/>
                <a:ea typeface="Bitter Light"/>
                <a:cs typeface="Bitter Light"/>
                <a:sym typeface="Bitter Light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7424857" y="4743331"/>
            <a:ext cx="6437352" cy="30480"/>
          </a:xfrm>
          <a:prstGeom prst="rect">
            <a:avLst/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7424857" y="4913948"/>
            <a:ext cx="3803095" cy="36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50"/>
              <a:buFont typeface="Bitter Medium"/>
              <a:buNone/>
            </a:pPr>
            <a:r>
              <a:rPr lang="en-US" sz="2150" dirty="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Platform Scope &amp; Features</a:t>
            </a:r>
            <a:endParaRPr sz="2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424857" y="5388650"/>
            <a:ext cx="6437352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 detailed look at Fixly's capabilities for all users.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68213" y="6123852"/>
            <a:ext cx="54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Light"/>
              <a:buNone/>
            </a:pPr>
            <a:r>
              <a:rPr lang="en-US" sz="1700">
                <a:solidFill>
                  <a:srgbClr val="2B2E3C"/>
                </a:solidFill>
                <a:latin typeface="Bitter Light"/>
                <a:ea typeface="Bitter Light"/>
                <a:cs typeface="Bitter Light"/>
                <a:sym typeface="Bitter Light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68191" y="6466284"/>
            <a:ext cx="6437233" cy="30480"/>
          </a:xfrm>
          <a:prstGeom prst="rect">
            <a:avLst/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768191" y="6636901"/>
            <a:ext cx="2743795" cy="34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50"/>
              <a:buFont typeface="Bitter Medium"/>
              <a:buNone/>
            </a:pPr>
            <a:r>
              <a:rPr lang="en-US" sz="215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Technology Stack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768191" y="7111603"/>
            <a:ext cx="6437233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robust foundation powering Fixly.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424837" y="6123855"/>
            <a:ext cx="6228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Light"/>
              <a:buNone/>
            </a:pPr>
            <a:r>
              <a:rPr lang="en-US" sz="1700">
                <a:solidFill>
                  <a:srgbClr val="2B2E3C"/>
                </a:solidFill>
                <a:latin typeface="Bitter Light"/>
                <a:ea typeface="Bitter Light"/>
                <a:cs typeface="Bitter Light"/>
                <a:sym typeface="Bitter Light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424857" y="6466284"/>
            <a:ext cx="6437352" cy="30480"/>
          </a:xfrm>
          <a:prstGeom prst="rect">
            <a:avLst/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7424857" y="6636901"/>
            <a:ext cx="2743795" cy="34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50"/>
              <a:buFont typeface="Bitter Medium"/>
              <a:buNone/>
            </a:pPr>
            <a:r>
              <a:rPr lang="en-US" sz="215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Team Introduction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424857" y="7111603"/>
            <a:ext cx="6437352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Meet the dedicated individuals behind Fixly.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780098" y="612934"/>
            <a:ext cx="5572601" cy="69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350"/>
              <a:buFont typeface="Bitter Medium"/>
              <a:buNone/>
            </a:pPr>
            <a:r>
              <a:rPr lang="en-US" sz="435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Introducing Fixly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80100" y="1844270"/>
            <a:ext cx="6943800" cy="46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Fixly is a web-based platform tailored to create seamless connections between service providers and customers. Acting as a virtual marketplace, it allows professionals to showcase their services while customers can book appointments, make payments securely, and receive timely support.</a:t>
            </a:r>
            <a:endParaRPr sz="1750">
              <a:solidFill>
                <a:srgbClr val="2B2E3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Key features include service listings, secure transactions, real-time communication, analytics, customer feedback mechanisms, and a robust rewards program. With its user-friendly design and powerful tools, Fixly redefines convenience, making service access effortless and reliable.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endParaRPr sz="1750">
              <a:solidFill>
                <a:srgbClr val="2B2E3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5439" y="1894523"/>
            <a:ext cx="5582364" cy="5582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438745" y="344686"/>
            <a:ext cx="5495687" cy="39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50"/>
              <a:buFont typeface="Bitter Medium"/>
              <a:buNone/>
            </a:pPr>
            <a:r>
              <a:rPr lang="en-US" sz="245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The Problem: Finding Reliable Service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38745" y="1049893"/>
            <a:ext cx="1567101" cy="19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200"/>
              <a:buFont typeface="Bitter Medium"/>
              <a:buNone/>
            </a:pPr>
            <a:r>
              <a:rPr lang="en-US" sz="120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For Customers: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38745" y="1371124"/>
            <a:ext cx="6723578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b="1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Uncertainty:</a:t>
            </a: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Difficulty finding skilled and trustworthy professionals.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38745" y="1615440"/>
            <a:ext cx="6723578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b="1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Lack of Transparency:</a:t>
            </a: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Hidden costs, unclear pricing, and unverified service quality.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38745" y="1859756"/>
            <a:ext cx="6723578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b="1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Inconvenience:</a:t>
            </a: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Scheduling conflicts and limited communication channels.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745" y="2201228"/>
            <a:ext cx="6723578" cy="6723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7475696" y="1049893"/>
            <a:ext cx="1580436" cy="19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200"/>
              <a:buFont typeface="Bitter Medium"/>
              <a:buNone/>
            </a:pPr>
            <a:r>
              <a:rPr lang="en-US" sz="120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For Service Providers: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475696" y="1371124"/>
            <a:ext cx="6723578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b="1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Low Visibility:</a:t>
            </a: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Struggling to showcase skills and gain new clients.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475696" y="1615440"/>
            <a:ext cx="6723578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b="1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Inefficient Management:</a:t>
            </a: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Lack of tools for appointments, payments, and feedback.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475696" y="1859756"/>
            <a:ext cx="6723578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b="1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Limited Growth:</a:t>
            </a: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Challenges in building long-term trust and scaling their business.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5696" y="2201228"/>
            <a:ext cx="6723578" cy="672357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438745" y="9206746"/>
            <a:ext cx="13752909" cy="20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None/>
            </a:pP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absence of a centralized, user-friendly platform creates inefficiencies, dissatisfaction, and missed opportunities on both sides.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793790" y="103167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lang="en-US" sz="445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The Fixly Solution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93790" y="219408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Fixly bridges the gap between customers and service providers, transforming the service ecosystem into an efficient and trustworthy marketplace.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93790" y="3175040"/>
            <a:ext cx="510300" cy="510300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952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860" y="321754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1530906" y="3252907"/>
            <a:ext cx="2980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Seamless Connections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530906" y="3743325"/>
            <a:ext cx="56424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Direct links between those needing services and those offering them.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456884" y="31750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952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1955" y="321754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8194000" y="3252907"/>
            <a:ext cx="28433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Trust &amp; Transparency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194000" y="3743325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Verified profiles, transparent pricing, and robust feedback systems.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93790" y="4922758"/>
            <a:ext cx="510300" cy="510300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952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860" y="496526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1530906" y="500062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Empowering Tools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530906" y="5491043"/>
            <a:ext cx="56424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For providers to manage, schedule, and grow their businesses.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952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1955" y="496526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8194000" y="50006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Secure Transactions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194000" y="5491043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Hassle-free payments and financial tracking.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93790" y="647199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Fixly simplifies the entire service process, making professional services accessible, trustworthy, and hassle-free for everyone.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793790" y="1424940"/>
            <a:ext cx="975610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lang="en-US" sz="4450" dirty="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Who Benefits? Our Target Users</a:t>
            </a: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93800" y="2587350"/>
            <a:ext cx="4196400" cy="4422300"/>
          </a:xfrm>
          <a:prstGeom prst="roundRect">
            <a:avLst>
              <a:gd name="adj" fmla="val 2270"/>
            </a:avLst>
          </a:prstGeom>
          <a:solidFill>
            <a:srgbClr val="FBE2D1"/>
          </a:solidFill>
          <a:ln w="3047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24270" y="2617827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FCE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1888" y="274153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1051084" y="3397633"/>
            <a:ext cx="3681900" cy="7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Customers (Households &amp; Businesses)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51084" y="4369832"/>
            <a:ext cx="3681770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Individuals and companies seeking reliable, transparent, and easy-to-book household or commercial services like plumbing, cleaning, or IT support.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216972" y="2587350"/>
            <a:ext cx="4196400" cy="4422300"/>
          </a:xfrm>
          <a:prstGeom prst="roundRect">
            <a:avLst>
              <a:gd name="adj" fmla="val 2270"/>
            </a:avLst>
          </a:prstGeom>
          <a:solidFill>
            <a:srgbClr val="FBE2D1"/>
          </a:solidFill>
          <a:ln w="3047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247442" y="2617827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FCE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5060" y="274153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5474256" y="3397633"/>
            <a:ext cx="36819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Service Providers (Professionals &amp; Small Businesses)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74256" y="4724162"/>
            <a:ext cx="3681770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Independent skilled professionals and small businesses looking for a platform to gain visibility, manage bookings, and engage with clients efficiently.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640142" y="2587350"/>
            <a:ext cx="4196400" cy="4422300"/>
          </a:xfrm>
          <a:prstGeom prst="roundRect">
            <a:avLst>
              <a:gd name="adj" fmla="val 2270"/>
            </a:avLst>
          </a:prstGeom>
          <a:solidFill>
            <a:srgbClr val="FBE2D1"/>
          </a:solidFill>
          <a:ln w="3047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9670613" y="2617827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FCE2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" name="Google Shape;15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68232" y="274153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9897427" y="3397633"/>
            <a:ext cx="3681900" cy="7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Platform Administrators (Fixly Team)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897427" y="4369832"/>
            <a:ext cx="3681770" cy="21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dedicated team overseeing user management, dispute resolution, performance monitoring, and ensuring the smooth operation and trust of the Fixly platform.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435412" y="342186"/>
            <a:ext cx="4189295" cy="38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00"/>
              <a:buFont typeface="Bitter Medium"/>
              <a:buNone/>
            </a:pPr>
            <a:r>
              <a:rPr lang="en-US" sz="240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Real-World Use Cases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35412" y="979884"/>
            <a:ext cx="13759577" cy="1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None/>
            </a:pP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Fixly is designed for diverse scenarios, simplifying service delivery and access.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35412" y="1443276"/>
            <a:ext cx="2253853" cy="19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200"/>
              <a:buFont typeface="Bitter Medium"/>
              <a:buNone/>
            </a:pPr>
            <a:r>
              <a:rPr lang="en-US" sz="1200" dirty="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Household &amp; Business Services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35412" y="1762006"/>
            <a:ext cx="6727984" cy="1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 dirty="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 customer books an electrician for urgent repair or schedules weekly home cleaning.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35412" y="2004536"/>
            <a:ext cx="6727984" cy="1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An office books IT support on a monthly contract, tracking invoices through Fixly.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54" y="2902065"/>
            <a:ext cx="4734596" cy="47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7474625" y="1443276"/>
            <a:ext cx="2295525" cy="19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200"/>
              <a:buFont typeface="Bitter Medium"/>
              <a:buNone/>
            </a:pPr>
            <a:r>
              <a:rPr lang="en-US" sz="120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Provider Growth &amp; Engagement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474625" y="1762006"/>
            <a:ext cx="6727984" cy="1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 plumber lists new services, using analytics to identify peak booking times.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474625" y="2004536"/>
            <a:ext cx="6727984" cy="1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Clients and providers message each other in real-time, receiving updates on rescheduled bookings.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2872" y="2902065"/>
            <a:ext cx="4823017" cy="487456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435412" y="9351288"/>
            <a:ext cx="13759577" cy="19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None/>
            </a:pPr>
            <a:r>
              <a:rPr lang="en-US" sz="9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Automated notifications and post-service reviews further enhance reliability and trust for all users.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793790" y="1057989"/>
            <a:ext cx="123049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lang="en-US" sz="4450" dirty="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Comprehensive Platform Scope &amp; Features</a:t>
            </a: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93790" y="2220397"/>
            <a:ext cx="4196358" cy="4951214"/>
          </a:xfrm>
          <a:prstGeom prst="roundRect">
            <a:avLst>
              <a:gd name="adj" fmla="val 2270"/>
            </a:avLst>
          </a:prstGeom>
          <a:solidFill>
            <a:srgbClr val="FFF8F0"/>
          </a:solidFill>
          <a:ln w="3047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93790" y="2220397"/>
            <a:ext cx="60960" cy="4951214"/>
          </a:xfrm>
          <a:prstGeom prst="roundRect">
            <a:avLst>
              <a:gd name="adj" fmla="val 156279"/>
            </a:avLst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112044" y="247769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Customer Features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112044" y="2968109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Seamless registration &amp; authentication.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112044" y="3773210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Service browsing, booking, and management.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12044" y="4578310"/>
            <a:ext cx="362081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Secure online payments.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112044" y="5020508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Feedback, reviews, and ratings.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12044" y="5825609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Loyalty and rewards programs.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216962" y="2220397"/>
            <a:ext cx="4196358" cy="4951214"/>
          </a:xfrm>
          <a:prstGeom prst="roundRect">
            <a:avLst>
              <a:gd name="adj" fmla="val 2270"/>
            </a:avLst>
          </a:prstGeom>
          <a:solidFill>
            <a:srgbClr val="FFF8F0"/>
          </a:solidFill>
          <a:ln w="3047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216962" y="2220397"/>
            <a:ext cx="60960" cy="4951214"/>
          </a:xfrm>
          <a:prstGeom prst="roundRect">
            <a:avLst>
              <a:gd name="adj" fmla="val 156279"/>
            </a:avLst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535216" y="2477691"/>
            <a:ext cx="33817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Service Provider Features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535216" y="2968109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Profile &amp; service listing management.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535216" y="3773210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Appointment scheduling &amp; calendar integration.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535216" y="4578310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Secure payment collection &amp; tracking.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535216" y="5383411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Analytics dashboards for performance.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535216" y="6188512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Direct client communication tools.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640133" y="2220397"/>
            <a:ext cx="4196358" cy="4951214"/>
          </a:xfrm>
          <a:prstGeom prst="roundRect">
            <a:avLst>
              <a:gd name="adj" fmla="val 2270"/>
            </a:avLst>
          </a:prstGeom>
          <a:solidFill>
            <a:srgbClr val="FFF8F0"/>
          </a:solidFill>
          <a:ln w="30475" cap="flat" cmpd="sng">
            <a:solidFill>
              <a:srgbClr val="E2C8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9640133" y="2220397"/>
            <a:ext cx="60960" cy="4951214"/>
          </a:xfrm>
          <a:prstGeom prst="roundRect">
            <a:avLst>
              <a:gd name="adj" fmla="val 156279"/>
            </a:avLst>
          </a:prstGeom>
          <a:solidFill>
            <a:srgbClr val="D260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958388" y="2477691"/>
            <a:ext cx="357925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lang="en-US" sz="2200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Platform &amp; Admin Features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958388" y="2968109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Real-time communication &amp; notifications.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958388" y="3773210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Resource sharing &amp; support services (FAQs, help desk).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958388" y="4578310"/>
            <a:ext cx="362081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Reward &amp; loyalty systems.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958388" y="5020508"/>
            <a:ext cx="3620810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Admin dashboard for user/service/payment management.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958388" y="6188512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Monitoring reviews, complaints, and performance.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967950" y="1046850"/>
            <a:ext cx="12694500" cy="14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3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Bitter Medium"/>
              <a:buNone/>
            </a:pPr>
            <a:r>
              <a:rPr lang="en-US" sz="4800" b="1">
                <a:solidFill>
                  <a:schemeClr val="dk1"/>
                </a:solidFill>
                <a:latin typeface="Bitter Medium"/>
                <a:ea typeface="Bitter Medium"/>
                <a:cs typeface="Bitter Medium"/>
                <a:sym typeface="Bitter Medium"/>
              </a:rPr>
              <a:t>The Power Behind Fixly: Technology Stack</a:t>
            </a:r>
            <a:endParaRPr sz="4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9"/>
          <p:cNvGrpSpPr/>
          <p:nvPr/>
        </p:nvGrpSpPr>
        <p:grpSpPr>
          <a:xfrm>
            <a:off x="2534854" y="2229920"/>
            <a:ext cx="16684175" cy="4465348"/>
            <a:chOff x="505658" y="1065728"/>
            <a:chExt cx="13619084" cy="3238738"/>
          </a:xfrm>
        </p:grpSpPr>
        <p:sp>
          <p:nvSpPr>
            <p:cNvPr id="209" name="Google Shape;209;p9"/>
            <p:cNvSpPr/>
            <p:nvPr/>
          </p:nvSpPr>
          <p:spPr>
            <a:xfrm>
              <a:off x="505658" y="1065728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9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9832" y="1092815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9"/>
            <p:cNvSpPr/>
            <p:nvPr/>
          </p:nvSpPr>
          <p:spPr>
            <a:xfrm>
              <a:off x="975122" y="1115378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Frontend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975122" y="1427798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ReactJS, HTML, CSS, JavaScript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505658" y="1947624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4" name="Google Shape;214;p9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9832" y="1974711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9"/>
            <p:cNvSpPr/>
            <p:nvPr/>
          </p:nvSpPr>
          <p:spPr>
            <a:xfrm>
              <a:off x="975122" y="1997273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Backend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975122" y="2309693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NodeJS, Express.js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505658" y="2829520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8" name="Google Shape;218;p9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9832" y="2856607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9"/>
            <p:cNvSpPr/>
            <p:nvPr/>
          </p:nvSpPr>
          <p:spPr>
            <a:xfrm>
              <a:off x="975122" y="2879169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Database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975122" y="3191589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MongoDB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505658" y="3711416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2" name="Google Shape;222;p9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59832" y="3738503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9"/>
            <p:cNvSpPr/>
            <p:nvPr/>
          </p:nvSpPr>
          <p:spPr>
            <a:xfrm>
              <a:off x="975122" y="3761065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Media Storage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975122" y="4073485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Cloudinary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9"/>
          <p:cNvGrpSpPr/>
          <p:nvPr/>
        </p:nvGrpSpPr>
        <p:grpSpPr>
          <a:xfrm>
            <a:off x="7442522" y="2223016"/>
            <a:ext cx="17461680" cy="4460677"/>
            <a:chOff x="505658" y="4593312"/>
            <a:chExt cx="13619084" cy="3238738"/>
          </a:xfrm>
        </p:grpSpPr>
        <p:sp>
          <p:nvSpPr>
            <p:cNvPr id="226" name="Google Shape;226;p9"/>
            <p:cNvSpPr/>
            <p:nvPr/>
          </p:nvSpPr>
          <p:spPr>
            <a:xfrm>
              <a:off x="505658" y="4593312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7" name="Google Shape;227;p9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59832" y="4620399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9"/>
            <p:cNvSpPr/>
            <p:nvPr/>
          </p:nvSpPr>
          <p:spPr>
            <a:xfrm>
              <a:off x="975122" y="4642961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Authentication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975122" y="4955381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JWT-based Authentication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505658" y="5475208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1" name="Google Shape;231;p9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9832" y="5502295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9"/>
            <p:cNvSpPr/>
            <p:nvPr/>
          </p:nvSpPr>
          <p:spPr>
            <a:xfrm>
              <a:off x="975122" y="5524857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Payment Gateway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975122" y="5837277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Razorpay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505658" y="6357104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5" name="Google Shape;235;p9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59832" y="6384191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9"/>
            <p:cNvSpPr/>
            <p:nvPr/>
          </p:nvSpPr>
          <p:spPr>
            <a:xfrm>
              <a:off x="975122" y="6406753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Hosting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975122" y="6719173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Vercel &amp; Render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505658" y="7239000"/>
              <a:ext cx="325041" cy="325041"/>
            </a:xfrm>
            <a:prstGeom prst="roundRect">
              <a:avLst>
                <a:gd name="adj" fmla="val 18669"/>
              </a:avLst>
            </a:prstGeom>
            <a:solidFill>
              <a:srgbClr val="C3CDC1"/>
            </a:solidFill>
            <a:ln w="9525" cap="flat" cmpd="sng">
              <a:solidFill>
                <a:srgbClr val="A9B3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9" name="Google Shape;239;p9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59832" y="7266087"/>
              <a:ext cx="216694" cy="270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9"/>
            <p:cNvSpPr/>
            <p:nvPr/>
          </p:nvSpPr>
          <p:spPr>
            <a:xfrm>
              <a:off x="975122" y="7288649"/>
              <a:ext cx="1805940" cy="225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000"/>
                <a:buFont typeface="Bitter Medium"/>
                <a:buNone/>
              </a:pPr>
              <a:r>
                <a:rPr lang="en-US" sz="2000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Version Control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975122" y="7601069"/>
              <a:ext cx="13149620" cy="230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1600"/>
                <a:buFont typeface="Open Sans"/>
                <a:buNone/>
              </a:pPr>
              <a:r>
                <a:rPr lang="en-US" sz="1600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Git &amp; GitHub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9"/>
          <p:cNvSpPr/>
          <p:nvPr/>
        </p:nvSpPr>
        <p:spPr>
          <a:xfrm>
            <a:off x="5520507" y="1545901"/>
            <a:ext cx="5061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/>
        </p:nvSpPr>
        <p:spPr>
          <a:xfrm>
            <a:off x="145665" y="2696770"/>
            <a:ext cx="8411700" cy="4186800"/>
          </a:xfrm>
          <a:prstGeom prst="rect">
            <a:avLst/>
          </a:prstGeom>
          <a:solidFill>
            <a:srgbClr val="FBE2D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 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202412031 - Kachhadiya Smit -  Team Lead &amp;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 Manager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202412052 - Krishn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Navadiya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Backend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202412036 -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Katharotiya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Harsh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Developer &amp; Product Owner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202412030 - Kachhadiya Princy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202412043 -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Lakkad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Vishva - UI/UX Designer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Business Analyst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202412044 -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Limbachiya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Parth -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QA Tester &amp; Solution Architecture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202412104 -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Shekhda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Miraj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202412010 -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Asodariya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Gaurav - Technical Writer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91847" y="386358"/>
            <a:ext cx="3513177" cy="4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750"/>
              <a:buFont typeface="Bitter Medium"/>
              <a:buNone/>
            </a:pPr>
            <a:r>
              <a:rPr lang="en-US" sz="2750" b="1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Meet the Team</a:t>
            </a:r>
            <a:endParaRPr sz="27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91847" y="1106448"/>
            <a:ext cx="13646706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00"/>
              <a:buFont typeface="Open Sans"/>
              <a:buNone/>
            </a:pPr>
            <a:r>
              <a:rPr lang="en-US" sz="20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Fixly is brought to you by the dedicated efforts of Group 13 from IT644 - WS &amp; SOA.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3">
            <a:alphaModFix/>
          </a:blip>
          <a:srcRect b="6410"/>
          <a:stretch/>
        </p:blipFill>
        <p:spPr>
          <a:xfrm>
            <a:off x="7636625" y="1647225"/>
            <a:ext cx="6582374" cy="616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7494151" y="8457248"/>
            <a:ext cx="1756529" cy="21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350"/>
              <a:buFont typeface="Bitter Medium"/>
              <a:buNone/>
            </a:pPr>
            <a:r>
              <a:rPr lang="en-US" sz="1350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Group No.: 13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494151" y="8817173"/>
            <a:ext cx="6652022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None/>
            </a:pPr>
            <a:r>
              <a:rPr lang="en-US" sz="11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Presented: August 26,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91847" y="9326404"/>
            <a:ext cx="13646706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None/>
            </a:pPr>
            <a:r>
              <a:rPr lang="en-US" sz="11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time. We believe Fixly will transform how people access and provide services.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Bitter Light</vt:lpstr>
      <vt:lpstr>Open Sans</vt:lpstr>
      <vt:lpstr>Arial</vt:lpstr>
      <vt:lpstr>Bitter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Smit Kachhadiya</cp:lastModifiedBy>
  <cp:revision>1</cp:revision>
  <dcterms:created xsi:type="dcterms:W3CDTF">2025-08-26T06:06:51Z</dcterms:created>
  <dcterms:modified xsi:type="dcterms:W3CDTF">2025-11-16T12:52:39Z</dcterms:modified>
</cp:coreProperties>
</file>