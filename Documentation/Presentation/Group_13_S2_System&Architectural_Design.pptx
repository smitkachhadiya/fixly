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4"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4630400" cy="8229600"/>
  <p:notesSz cx="8229600" cy="14630400"/>
  <p:embeddedFontLst>
    <p:embeddedFont>
      <p:font typeface="Consolas" panose="020B0609020204030204" pitchFamily="49" charset="0"/>
      <p:regular r:id="rId17"/>
      <p:bold r:id="rId18"/>
      <p:italic r:id="rId19"/>
      <p:boldItalic r:id="rId20"/>
    </p:embeddedFont>
    <p:embeddedFont>
      <p:font typeface="DM Sans" panose="020F0502020204030204" pitchFamily="2" charset="0"/>
      <p:regular r:id="rId21"/>
      <p:bold r:id="rId22"/>
      <p:italic r:id="rId23"/>
      <p:boldItalic r:id="rId24"/>
    </p:embeddedFont>
    <p:embeddedFont>
      <p:font typeface="Inter" panose="020B0604020202020204" charset="0"/>
      <p:regular r:id="rId25"/>
      <p:bold r:id="rId26"/>
      <p:italic r:id="rId27"/>
      <p:boldItalic r:id="rId28"/>
    </p:embeddedFont>
    <p:embeddedFont>
      <p:font typeface="Raleway" panose="020F0502020204030204" pitchFamily="2" charset="0"/>
      <p:regular r:id="rId29"/>
      <p:bold r:id="rId30"/>
      <p:italic r:id="rId31"/>
      <p:boldItalic r:id="rId32"/>
    </p:embeddedFont>
    <p:embeddedFont>
      <p:font typeface="Roboto" panose="020F0502020204030204" pitchFamily="2"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75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9" Type="http://schemas.openxmlformats.org/officeDocument/2006/relationships/theme" Target="theme/theme1.xml"/><Relationship Id="rId21" Type="http://schemas.openxmlformats.org/officeDocument/2006/relationships/font" Target="fonts/font5.fntdata"/><Relationship Id="rId34" Type="http://schemas.openxmlformats.org/officeDocument/2006/relationships/font" Target="fonts/font1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font" Target="fonts/font17.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font" Target="fonts/font16.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font" Target="fonts/font20.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font" Target="fonts/font19.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t>‹#›</a:t>
            </a:fld>
            <a:endParaRPr sz="1200" b="0" i="0" u="none" strike="noStrike" cap="non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 name="Google Shape;7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 name="Google Shape;7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 name="Google Shape;93;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98ff4e36de_0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g398ff4e36de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g398ff4e36de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8ff4e36de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 name="Google Shape;115;g398ff4e36de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g398ff4e36de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98ff4e36de_0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 name="Google Shape;122;g398ff4e36de_0_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g398ff4e36de_0_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98ff4e36de_0_7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 name="Google Shape;129;g398ff4e36de_0_79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g398ff4e36de_0_79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98ff4e36de_0_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398ff4e36de_0_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398ff4e36de_0_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98ff4e36de_0_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398ff4e36de_0_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g398ff4e36de_0_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98ff4e36de_0_4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g398ff4e36de_0_4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g398ff4e36de_0_4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98ff4e36de_0_6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g398ff4e36de_0_60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g398ff4e36de_0_60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98ff4e36de_0_6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1" name="Google Shape;191;g398ff4e36de_0_66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g398ff4e36de_0_66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398ff4e36de_0_7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7" name="Google Shape;207;g398ff4e36de_0_7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g398ff4e36de_0_7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3a1c5be9010_9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3a1c5be9010_9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g3a1c5be9010_9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498733" y="1191320"/>
            <a:ext cx="13632900" cy="3284100"/>
          </a:xfrm>
          <a:prstGeom prst="rect">
            <a:avLst/>
          </a:prstGeom>
        </p:spPr>
        <p:txBody>
          <a:bodyPr spcFirstLastPara="1" wrap="square" lIns="146275" tIns="146275" rIns="146275" bIns="146275" anchor="b" anchorCtr="0">
            <a:normAutofit/>
          </a:bodyPr>
          <a:lstStyle>
            <a:lvl1pPr lvl="0" algn="ctr">
              <a:spcBef>
                <a:spcPts val="0"/>
              </a:spcBef>
              <a:spcAft>
                <a:spcPts val="0"/>
              </a:spcAft>
              <a:buSzPts val="8300"/>
              <a:buNone/>
              <a:defRPr sz="8300"/>
            </a:lvl1pPr>
            <a:lvl2pPr lvl="1" algn="ctr">
              <a:spcBef>
                <a:spcPts val="0"/>
              </a:spcBef>
              <a:spcAft>
                <a:spcPts val="0"/>
              </a:spcAft>
              <a:buSzPts val="8300"/>
              <a:buNone/>
              <a:defRPr sz="8300"/>
            </a:lvl2pPr>
            <a:lvl3pPr lvl="2" algn="ctr">
              <a:spcBef>
                <a:spcPts val="0"/>
              </a:spcBef>
              <a:spcAft>
                <a:spcPts val="0"/>
              </a:spcAft>
              <a:buSzPts val="8300"/>
              <a:buNone/>
              <a:defRPr sz="8300"/>
            </a:lvl3pPr>
            <a:lvl4pPr lvl="3" algn="ctr">
              <a:spcBef>
                <a:spcPts val="0"/>
              </a:spcBef>
              <a:spcAft>
                <a:spcPts val="0"/>
              </a:spcAft>
              <a:buSzPts val="8300"/>
              <a:buNone/>
              <a:defRPr sz="8300"/>
            </a:lvl4pPr>
            <a:lvl5pPr lvl="4" algn="ctr">
              <a:spcBef>
                <a:spcPts val="0"/>
              </a:spcBef>
              <a:spcAft>
                <a:spcPts val="0"/>
              </a:spcAft>
              <a:buSzPts val="8300"/>
              <a:buNone/>
              <a:defRPr sz="8300"/>
            </a:lvl5pPr>
            <a:lvl6pPr lvl="5" algn="ctr">
              <a:spcBef>
                <a:spcPts val="0"/>
              </a:spcBef>
              <a:spcAft>
                <a:spcPts val="0"/>
              </a:spcAft>
              <a:buSzPts val="8300"/>
              <a:buNone/>
              <a:defRPr sz="8300"/>
            </a:lvl6pPr>
            <a:lvl7pPr lvl="6" algn="ctr">
              <a:spcBef>
                <a:spcPts val="0"/>
              </a:spcBef>
              <a:spcAft>
                <a:spcPts val="0"/>
              </a:spcAft>
              <a:buSzPts val="8300"/>
              <a:buNone/>
              <a:defRPr sz="8300"/>
            </a:lvl7pPr>
            <a:lvl8pPr lvl="7" algn="ctr">
              <a:spcBef>
                <a:spcPts val="0"/>
              </a:spcBef>
              <a:spcAft>
                <a:spcPts val="0"/>
              </a:spcAft>
              <a:buSzPts val="8300"/>
              <a:buNone/>
              <a:defRPr sz="8300"/>
            </a:lvl8pPr>
            <a:lvl9pPr lvl="8" algn="ctr">
              <a:spcBef>
                <a:spcPts val="0"/>
              </a:spcBef>
              <a:spcAft>
                <a:spcPts val="0"/>
              </a:spcAft>
              <a:buSzPts val="8300"/>
              <a:buNone/>
              <a:defRPr sz="8300"/>
            </a:lvl9pPr>
          </a:lstStyle>
          <a:p>
            <a:endParaRPr/>
          </a:p>
        </p:txBody>
      </p:sp>
      <p:sp>
        <p:nvSpPr>
          <p:cNvPr id="15" name="Google Shape;15;p2"/>
          <p:cNvSpPr txBox="1">
            <a:spLocks noGrp="1"/>
          </p:cNvSpPr>
          <p:nvPr>
            <p:ph type="subTitle" idx="1"/>
          </p:nvPr>
        </p:nvSpPr>
        <p:spPr>
          <a:xfrm>
            <a:off x="498720" y="4534600"/>
            <a:ext cx="13632900" cy="1268100"/>
          </a:xfrm>
          <a:prstGeom prst="rect">
            <a:avLst/>
          </a:prstGeom>
        </p:spPr>
        <p:txBody>
          <a:bodyPr spcFirstLastPara="1" wrap="square" lIns="146275" tIns="146275" rIns="146275" bIns="146275" anchor="t" anchorCtr="0">
            <a:normAutofit/>
          </a:bodyPr>
          <a:lstStyle>
            <a:lvl1pPr lvl="0" algn="ctr">
              <a:lnSpc>
                <a:spcPct val="100000"/>
              </a:lnSpc>
              <a:spcBef>
                <a:spcPts val="0"/>
              </a:spcBef>
              <a:spcAft>
                <a:spcPts val="0"/>
              </a:spcAft>
              <a:buSzPts val="4500"/>
              <a:buNone/>
              <a:defRPr sz="4500"/>
            </a:lvl1pPr>
            <a:lvl2pPr lvl="1" algn="ctr">
              <a:lnSpc>
                <a:spcPct val="100000"/>
              </a:lnSpc>
              <a:spcBef>
                <a:spcPts val="0"/>
              </a:spcBef>
              <a:spcAft>
                <a:spcPts val="0"/>
              </a:spcAft>
              <a:buSzPts val="4500"/>
              <a:buNone/>
              <a:defRPr sz="4500"/>
            </a:lvl2pPr>
            <a:lvl3pPr lvl="2" algn="ctr">
              <a:lnSpc>
                <a:spcPct val="100000"/>
              </a:lnSpc>
              <a:spcBef>
                <a:spcPts val="0"/>
              </a:spcBef>
              <a:spcAft>
                <a:spcPts val="0"/>
              </a:spcAft>
              <a:buSzPts val="4500"/>
              <a:buNone/>
              <a:defRPr sz="4500"/>
            </a:lvl3pPr>
            <a:lvl4pPr lvl="3" algn="ctr">
              <a:lnSpc>
                <a:spcPct val="100000"/>
              </a:lnSpc>
              <a:spcBef>
                <a:spcPts val="0"/>
              </a:spcBef>
              <a:spcAft>
                <a:spcPts val="0"/>
              </a:spcAft>
              <a:buSzPts val="4500"/>
              <a:buNone/>
              <a:defRPr sz="4500"/>
            </a:lvl4pPr>
            <a:lvl5pPr lvl="4" algn="ctr">
              <a:lnSpc>
                <a:spcPct val="100000"/>
              </a:lnSpc>
              <a:spcBef>
                <a:spcPts val="0"/>
              </a:spcBef>
              <a:spcAft>
                <a:spcPts val="0"/>
              </a:spcAft>
              <a:buSzPts val="4500"/>
              <a:buNone/>
              <a:defRPr sz="4500"/>
            </a:lvl5pPr>
            <a:lvl6pPr lvl="5" algn="ctr">
              <a:lnSpc>
                <a:spcPct val="100000"/>
              </a:lnSpc>
              <a:spcBef>
                <a:spcPts val="0"/>
              </a:spcBef>
              <a:spcAft>
                <a:spcPts val="0"/>
              </a:spcAft>
              <a:buSzPts val="4500"/>
              <a:buNone/>
              <a:defRPr sz="4500"/>
            </a:lvl6pPr>
            <a:lvl7pPr lvl="6" algn="ctr">
              <a:lnSpc>
                <a:spcPct val="100000"/>
              </a:lnSpc>
              <a:spcBef>
                <a:spcPts val="0"/>
              </a:spcBef>
              <a:spcAft>
                <a:spcPts val="0"/>
              </a:spcAft>
              <a:buSzPts val="4500"/>
              <a:buNone/>
              <a:defRPr sz="4500"/>
            </a:lvl7pPr>
            <a:lvl8pPr lvl="7" algn="ctr">
              <a:lnSpc>
                <a:spcPct val="100000"/>
              </a:lnSpc>
              <a:spcBef>
                <a:spcPts val="0"/>
              </a:spcBef>
              <a:spcAft>
                <a:spcPts val="0"/>
              </a:spcAft>
              <a:buSzPts val="4500"/>
              <a:buNone/>
              <a:defRPr sz="4500"/>
            </a:lvl8pPr>
            <a:lvl9pPr lvl="8" algn="ctr">
              <a:lnSpc>
                <a:spcPct val="100000"/>
              </a:lnSpc>
              <a:spcBef>
                <a:spcPts val="0"/>
              </a:spcBef>
              <a:spcAft>
                <a:spcPts val="0"/>
              </a:spcAft>
              <a:buSzPts val="4500"/>
              <a:buNone/>
              <a:defRPr sz="4500"/>
            </a:lvl9pPr>
          </a:lstStyle>
          <a:p>
            <a:endParaRPr/>
          </a:p>
        </p:txBody>
      </p:sp>
      <p:sp>
        <p:nvSpPr>
          <p:cNvPr id="16" name="Google Shape;16;p2"/>
          <p:cNvSpPr txBox="1">
            <a:spLocks noGrp="1"/>
          </p:cNvSpPr>
          <p:nvPr>
            <p:ph type="sldNum" idx="12"/>
          </p:nvPr>
        </p:nvSpPr>
        <p:spPr>
          <a:xfrm>
            <a:off x="13555933" y="7461147"/>
            <a:ext cx="877800" cy="629700"/>
          </a:xfrm>
          <a:prstGeom prst="rect">
            <a:avLst/>
          </a:prstGeom>
        </p:spPr>
        <p:txBody>
          <a:bodyPr spcFirstLastPara="1" wrap="square" lIns="146275" tIns="146275" rIns="146275" bIns="14627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498720" y="3441360"/>
            <a:ext cx="13632900" cy="1347000"/>
          </a:xfrm>
          <a:prstGeom prst="rect">
            <a:avLst/>
          </a:prstGeom>
        </p:spPr>
        <p:txBody>
          <a:bodyPr spcFirstLastPara="1" wrap="square" lIns="146275" tIns="146275" rIns="146275" bIns="146275" anchor="ctr" anchorCtr="0">
            <a:normAutofit/>
          </a:bodyPr>
          <a:lstStyle>
            <a:lvl1pPr lvl="0" algn="ctr">
              <a:spcBef>
                <a:spcPts val="0"/>
              </a:spcBef>
              <a:spcAft>
                <a:spcPts val="0"/>
              </a:spcAft>
              <a:buSzPts val="5800"/>
              <a:buNone/>
              <a:defRPr sz="5800"/>
            </a:lvl1pPr>
            <a:lvl2pPr lvl="1" algn="ctr">
              <a:spcBef>
                <a:spcPts val="0"/>
              </a:spcBef>
              <a:spcAft>
                <a:spcPts val="0"/>
              </a:spcAft>
              <a:buSzPts val="5800"/>
              <a:buNone/>
              <a:defRPr sz="5800"/>
            </a:lvl2pPr>
            <a:lvl3pPr lvl="2" algn="ctr">
              <a:spcBef>
                <a:spcPts val="0"/>
              </a:spcBef>
              <a:spcAft>
                <a:spcPts val="0"/>
              </a:spcAft>
              <a:buSzPts val="5800"/>
              <a:buNone/>
              <a:defRPr sz="5800"/>
            </a:lvl3pPr>
            <a:lvl4pPr lvl="3" algn="ctr">
              <a:spcBef>
                <a:spcPts val="0"/>
              </a:spcBef>
              <a:spcAft>
                <a:spcPts val="0"/>
              </a:spcAft>
              <a:buSzPts val="5800"/>
              <a:buNone/>
              <a:defRPr sz="5800"/>
            </a:lvl4pPr>
            <a:lvl5pPr lvl="4" algn="ctr">
              <a:spcBef>
                <a:spcPts val="0"/>
              </a:spcBef>
              <a:spcAft>
                <a:spcPts val="0"/>
              </a:spcAft>
              <a:buSzPts val="5800"/>
              <a:buNone/>
              <a:defRPr sz="5800"/>
            </a:lvl5pPr>
            <a:lvl6pPr lvl="5" algn="ctr">
              <a:spcBef>
                <a:spcPts val="0"/>
              </a:spcBef>
              <a:spcAft>
                <a:spcPts val="0"/>
              </a:spcAft>
              <a:buSzPts val="5800"/>
              <a:buNone/>
              <a:defRPr sz="5800"/>
            </a:lvl6pPr>
            <a:lvl7pPr lvl="6" algn="ctr">
              <a:spcBef>
                <a:spcPts val="0"/>
              </a:spcBef>
              <a:spcAft>
                <a:spcPts val="0"/>
              </a:spcAft>
              <a:buSzPts val="5800"/>
              <a:buNone/>
              <a:defRPr sz="5800"/>
            </a:lvl7pPr>
            <a:lvl8pPr lvl="7" algn="ctr">
              <a:spcBef>
                <a:spcPts val="0"/>
              </a:spcBef>
              <a:spcAft>
                <a:spcPts val="0"/>
              </a:spcAft>
              <a:buSzPts val="5800"/>
              <a:buNone/>
              <a:defRPr sz="5800"/>
            </a:lvl8pPr>
            <a:lvl9pPr lvl="8" algn="ctr">
              <a:spcBef>
                <a:spcPts val="0"/>
              </a:spcBef>
              <a:spcAft>
                <a:spcPts val="0"/>
              </a:spcAft>
              <a:buSzPts val="5800"/>
              <a:buNone/>
              <a:defRPr sz="5800"/>
            </a:lvl9pPr>
          </a:lstStyle>
          <a:p>
            <a:endParaRPr/>
          </a:p>
        </p:txBody>
      </p:sp>
      <p:sp>
        <p:nvSpPr>
          <p:cNvPr id="19" name="Google Shape;19;p3"/>
          <p:cNvSpPr txBox="1">
            <a:spLocks noGrp="1"/>
          </p:cNvSpPr>
          <p:nvPr>
            <p:ph type="sldNum" idx="12"/>
          </p:nvPr>
        </p:nvSpPr>
        <p:spPr>
          <a:xfrm>
            <a:off x="13555933" y="7461147"/>
            <a:ext cx="877800" cy="629700"/>
          </a:xfrm>
          <a:prstGeom prst="rect">
            <a:avLst/>
          </a:prstGeom>
        </p:spPr>
        <p:txBody>
          <a:bodyPr spcFirstLastPara="1" wrap="square" lIns="146275" tIns="146275" rIns="146275" bIns="14627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498720" y="712040"/>
            <a:ext cx="13632900" cy="916200"/>
          </a:xfrm>
          <a:prstGeom prst="rect">
            <a:avLst/>
          </a:prstGeom>
        </p:spPr>
        <p:txBody>
          <a:bodyPr spcFirstLastPara="1" wrap="square" lIns="146275" tIns="146275" rIns="146275" bIns="146275" anchor="t" anchorCtr="0">
            <a:normAutofit/>
          </a:bodyPr>
          <a:lstStyle>
            <a:lvl1pPr lvl="0">
              <a:spcBef>
                <a:spcPts val="0"/>
              </a:spcBef>
              <a:spcAft>
                <a:spcPts val="0"/>
              </a:spcAft>
              <a:buSzPts val="4500"/>
              <a:buNone/>
              <a:defRPr/>
            </a:lvl1pPr>
            <a:lvl2pPr lvl="1">
              <a:spcBef>
                <a:spcPts val="0"/>
              </a:spcBef>
              <a:spcAft>
                <a:spcPts val="0"/>
              </a:spcAft>
              <a:buSzPts val="4500"/>
              <a:buNone/>
              <a:defRPr/>
            </a:lvl2pPr>
            <a:lvl3pPr lvl="2">
              <a:spcBef>
                <a:spcPts val="0"/>
              </a:spcBef>
              <a:spcAft>
                <a:spcPts val="0"/>
              </a:spcAft>
              <a:buSzPts val="4500"/>
              <a:buNone/>
              <a:defRPr/>
            </a:lvl3pPr>
            <a:lvl4pPr lvl="3">
              <a:spcBef>
                <a:spcPts val="0"/>
              </a:spcBef>
              <a:spcAft>
                <a:spcPts val="0"/>
              </a:spcAft>
              <a:buSzPts val="4500"/>
              <a:buNone/>
              <a:defRPr/>
            </a:lvl4pPr>
            <a:lvl5pPr lvl="4">
              <a:spcBef>
                <a:spcPts val="0"/>
              </a:spcBef>
              <a:spcAft>
                <a:spcPts val="0"/>
              </a:spcAft>
              <a:buSzPts val="4500"/>
              <a:buNone/>
              <a:defRPr/>
            </a:lvl5pPr>
            <a:lvl6pPr lvl="5">
              <a:spcBef>
                <a:spcPts val="0"/>
              </a:spcBef>
              <a:spcAft>
                <a:spcPts val="0"/>
              </a:spcAft>
              <a:buSzPts val="4500"/>
              <a:buNone/>
              <a:defRPr/>
            </a:lvl6pPr>
            <a:lvl7pPr lvl="6">
              <a:spcBef>
                <a:spcPts val="0"/>
              </a:spcBef>
              <a:spcAft>
                <a:spcPts val="0"/>
              </a:spcAft>
              <a:buSzPts val="4500"/>
              <a:buNone/>
              <a:defRPr/>
            </a:lvl7pPr>
            <a:lvl8pPr lvl="7">
              <a:spcBef>
                <a:spcPts val="0"/>
              </a:spcBef>
              <a:spcAft>
                <a:spcPts val="0"/>
              </a:spcAft>
              <a:buSzPts val="4500"/>
              <a:buNone/>
              <a:defRPr/>
            </a:lvl8pPr>
            <a:lvl9pPr lvl="8">
              <a:spcBef>
                <a:spcPts val="0"/>
              </a:spcBef>
              <a:spcAft>
                <a:spcPts val="0"/>
              </a:spcAft>
              <a:buSzPts val="4500"/>
              <a:buNone/>
              <a:defRPr/>
            </a:lvl9pPr>
          </a:lstStyle>
          <a:p>
            <a:endParaRPr/>
          </a:p>
        </p:txBody>
      </p:sp>
      <p:sp>
        <p:nvSpPr>
          <p:cNvPr id="22" name="Google Shape;22;p4"/>
          <p:cNvSpPr txBox="1">
            <a:spLocks noGrp="1"/>
          </p:cNvSpPr>
          <p:nvPr>
            <p:ph type="body" idx="1"/>
          </p:nvPr>
        </p:nvSpPr>
        <p:spPr>
          <a:xfrm>
            <a:off x="498720" y="1843960"/>
            <a:ext cx="13632900" cy="5466300"/>
          </a:xfrm>
          <a:prstGeom prst="rect">
            <a:avLst/>
          </a:prstGeom>
        </p:spPr>
        <p:txBody>
          <a:bodyPr spcFirstLastPara="1" wrap="square" lIns="146275" tIns="146275" rIns="146275" bIns="146275" anchor="t" anchorCtr="0">
            <a:normAutofit/>
          </a:bodyPr>
          <a:lstStyle>
            <a:lvl1pPr marL="457200" lvl="0" indent="-412750">
              <a:spcBef>
                <a:spcPts val="0"/>
              </a:spcBef>
              <a:spcAft>
                <a:spcPts val="0"/>
              </a:spcAft>
              <a:buSzPts val="2900"/>
              <a:buChar char="●"/>
              <a:defRPr/>
            </a:lvl1pPr>
            <a:lvl2pPr marL="914400" lvl="1" indent="-368300">
              <a:spcBef>
                <a:spcPts val="0"/>
              </a:spcBef>
              <a:spcAft>
                <a:spcPts val="0"/>
              </a:spcAft>
              <a:buSzPts val="2200"/>
              <a:buChar char="○"/>
              <a:defRPr/>
            </a:lvl2pPr>
            <a:lvl3pPr marL="1371600" lvl="2" indent="-368300">
              <a:spcBef>
                <a:spcPts val="0"/>
              </a:spcBef>
              <a:spcAft>
                <a:spcPts val="0"/>
              </a:spcAft>
              <a:buSzPts val="2200"/>
              <a:buChar char="■"/>
              <a:defRPr/>
            </a:lvl3pPr>
            <a:lvl4pPr marL="1828800" lvl="3" indent="-368300">
              <a:spcBef>
                <a:spcPts val="0"/>
              </a:spcBef>
              <a:spcAft>
                <a:spcPts val="0"/>
              </a:spcAft>
              <a:buSzPts val="2200"/>
              <a:buChar char="●"/>
              <a:defRPr/>
            </a:lvl4pPr>
            <a:lvl5pPr marL="2286000" lvl="4" indent="-368300">
              <a:spcBef>
                <a:spcPts val="0"/>
              </a:spcBef>
              <a:spcAft>
                <a:spcPts val="0"/>
              </a:spcAft>
              <a:buSzPts val="2200"/>
              <a:buChar char="○"/>
              <a:defRPr/>
            </a:lvl5pPr>
            <a:lvl6pPr marL="2743200" lvl="5" indent="-368300">
              <a:spcBef>
                <a:spcPts val="0"/>
              </a:spcBef>
              <a:spcAft>
                <a:spcPts val="0"/>
              </a:spcAft>
              <a:buSzPts val="2200"/>
              <a:buChar char="■"/>
              <a:defRPr/>
            </a:lvl6pPr>
            <a:lvl7pPr marL="3200400" lvl="6" indent="-368300">
              <a:spcBef>
                <a:spcPts val="0"/>
              </a:spcBef>
              <a:spcAft>
                <a:spcPts val="0"/>
              </a:spcAft>
              <a:buSzPts val="2200"/>
              <a:buChar char="●"/>
              <a:defRPr/>
            </a:lvl7pPr>
            <a:lvl8pPr marL="3657600" lvl="7" indent="-368300">
              <a:spcBef>
                <a:spcPts val="0"/>
              </a:spcBef>
              <a:spcAft>
                <a:spcPts val="0"/>
              </a:spcAft>
              <a:buSzPts val="2200"/>
              <a:buChar char="○"/>
              <a:defRPr/>
            </a:lvl8pPr>
            <a:lvl9pPr marL="4114800" lvl="8" indent="-368300">
              <a:spcBef>
                <a:spcPts val="0"/>
              </a:spcBef>
              <a:spcAft>
                <a:spcPts val="0"/>
              </a:spcAft>
              <a:buSzPts val="2200"/>
              <a:buChar char="■"/>
              <a:defRPr/>
            </a:lvl9pPr>
          </a:lstStyle>
          <a:p>
            <a:endParaRPr/>
          </a:p>
        </p:txBody>
      </p:sp>
      <p:sp>
        <p:nvSpPr>
          <p:cNvPr id="23" name="Google Shape;23;p4"/>
          <p:cNvSpPr txBox="1">
            <a:spLocks noGrp="1"/>
          </p:cNvSpPr>
          <p:nvPr>
            <p:ph type="sldNum" idx="12"/>
          </p:nvPr>
        </p:nvSpPr>
        <p:spPr>
          <a:xfrm>
            <a:off x="13555933" y="7461147"/>
            <a:ext cx="877800" cy="629700"/>
          </a:xfrm>
          <a:prstGeom prst="rect">
            <a:avLst/>
          </a:prstGeom>
        </p:spPr>
        <p:txBody>
          <a:bodyPr spcFirstLastPara="1" wrap="square" lIns="146275" tIns="146275" rIns="146275" bIns="14627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498720" y="712040"/>
            <a:ext cx="13632900" cy="916200"/>
          </a:xfrm>
          <a:prstGeom prst="rect">
            <a:avLst/>
          </a:prstGeom>
        </p:spPr>
        <p:txBody>
          <a:bodyPr spcFirstLastPara="1" wrap="square" lIns="146275" tIns="146275" rIns="146275" bIns="146275" anchor="t" anchorCtr="0">
            <a:normAutofit/>
          </a:bodyPr>
          <a:lstStyle>
            <a:lvl1pPr lvl="0">
              <a:spcBef>
                <a:spcPts val="0"/>
              </a:spcBef>
              <a:spcAft>
                <a:spcPts val="0"/>
              </a:spcAft>
              <a:buSzPts val="4500"/>
              <a:buNone/>
              <a:defRPr/>
            </a:lvl1pPr>
            <a:lvl2pPr lvl="1">
              <a:spcBef>
                <a:spcPts val="0"/>
              </a:spcBef>
              <a:spcAft>
                <a:spcPts val="0"/>
              </a:spcAft>
              <a:buSzPts val="4500"/>
              <a:buNone/>
              <a:defRPr/>
            </a:lvl2pPr>
            <a:lvl3pPr lvl="2">
              <a:spcBef>
                <a:spcPts val="0"/>
              </a:spcBef>
              <a:spcAft>
                <a:spcPts val="0"/>
              </a:spcAft>
              <a:buSzPts val="4500"/>
              <a:buNone/>
              <a:defRPr/>
            </a:lvl3pPr>
            <a:lvl4pPr lvl="3">
              <a:spcBef>
                <a:spcPts val="0"/>
              </a:spcBef>
              <a:spcAft>
                <a:spcPts val="0"/>
              </a:spcAft>
              <a:buSzPts val="4500"/>
              <a:buNone/>
              <a:defRPr/>
            </a:lvl4pPr>
            <a:lvl5pPr lvl="4">
              <a:spcBef>
                <a:spcPts val="0"/>
              </a:spcBef>
              <a:spcAft>
                <a:spcPts val="0"/>
              </a:spcAft>
              <a:buSzPts val="4500"/>
              <a:buNone/>
              <a:defRPr/>
            </a:lvl5pPr>
            <a:lvl6pPr lvl="5">
              <a:spcBef>
                <a:spcPts val="0"/>
              </a:spcBef>
              <a:spcAft>
                <a:spcPts val="0"/>
              </a:spcAft>
              <a:buSzPts val="4500"/>
              <a:buNone/>
              <a:defRPr/>
            </a:lvl6pPr>
            <a:lvl7pPr lvl="6">
              <a:spcBef>
                <a:spcPts val="0"/>
              </a:spcBef>
              <a:spcAft>
                <a:spcPts val="0"/>
              </a:spcAft>
              <a:buSzPts val="4500"/>
              <a:buNone/>
              <a:defRPr/>
            </a:lvl7pPr>
            <a:lvl8pPr lvl="7">
              <a:spcBef>
                <a:spcPts val="0"/>
              </a:spcBef>
              <a:spcAft>
                <a:spcPts val="0"/>
              </a:spcAft>
              <a:buSzPts val="4500"/>
              <a:buNone/>
              <a:defRPr/>
            </a:lvl8pPr>
            <a:lvl9pPr lvl="8">
              <a:spcBef>
                <a:spcPts val="0"/>
              </a:spcBef>
              <a:spcAft>
                <a:spcPts val="0"/>
              </a:spcAft>
              <a:buSzPts val="4500"/>
              <a:buNone/>
              <a:defRPr/>
            </a:lvl9pPr>
          </a:lstStyle>
          <a:p>
            <a:endParaRPr/>
          </a:p>
        </p:txBody>
      </p:sp>
      <p:sp>
        <p:nvSpPr>
          <p:cNvPr id="26" name="Google Shape;26;p5"/>
          <p:cNvSpPr txBox="1">
            <a:spLocks noGrp="1"/>
          </p:cNvSpPr>
          <p:nvPr>
            <p:ph type="body" idx="1"/>
          </p:nvPr>
        </p:nvSpPr>
        <p:spPr>
          <a:xfrm>
            <a:off x="498720" y="1843960"/>
            <a:ext cx="6399900" cy="5466300"/>
          </a:xfrm>
          <a:prstGeom prst="rect">
            <a:avLst/>
          </a:prstGeom>
        </p:spPr>
        <p:txBody>
          <a:bodyPr spcFirstLastPara="1" wrap="square" lIns="146275" tIns="146275" rIns="146275" bIns="146275" anchor="t" anchorCtr="0">
            <a:normAutofit/>
          </a:bodyPr>
          <a:lstStyle>
            <a:lvl1pPr marL="457200" lvl="0" indent="-368300">
              <a:spcBef>
                <a:spcPts val="0"/>
              </a:spcBef>
              <a:spcAft>
                <a:spcPts val="0"/>
              </a:spcAft>
              <a:buSzPts val="2200"/>
              <a:buChar char="●"/>
              <a:defRPr sz="2200"/>
            </a:lvl1pPr>
            <a:lvl2pPr marL="914400" lvl="1" indent="-349250">
              <a:spcBef>
                <a:spcPts val="0"/>
              </a:spcBef>
              <a:spcAft>
                <a:spcPts val="0"/>
              </a:spcAft>
              <a:buSzPts val="1900"/>
              <a:buChar char="○"/>
              <a:defRPr sz="1900"/>
            </a:lvl2pPr>
            <a:lvl3pPr marL="1371600" lvl="2" indent="-349250">
              <a:spcBef>
                <a:spcPts val="0"/>
              </a:spcBef>
              <a:spcAft>
                <a:spcPts val="0"/>
              </a:spcAft>
              <a:buSzPts val="1900"/>
              <a:buChar char="■"/>
              <a:defRPr sz="1900"/>
            </a:lvl3pPr>
            <a:lvl4pPr marL="1828800" lvl="3" indent="-349250">
              <a:spcBef>
                <a:spcPts val="0"/>
              </a:spcBef>
              <a:spcAft>
                <a:spcPts val="0"/>
              </a:spcAft>
              <a:buSzPts val="1900"/>
              <a:buChar char="●"/>
              <a:defRPr sz="1900"/>
            </a:lvl4pPr>
            <a:lvl5pPr marL="2286000" lvl="4" indent="-349250">
              <a:spcBef>
                <a:spcPts val="0"/>
              </a:spcBef>
              <a:spcAft>
                <a:spcPts val="0"/>
              </a:spcAft>
              <a:buSzPts val="1900"/>
              <a:buChar char="○"/>
              <a:defRPr sz="1900"/>
            </a:lvl5pPr>
            <a:lvl6pPr marL="2743200" lvl="5" indent="-349250">
              <a:spcBef>
                <a:spcPts val="0"/>
              </a:spcBef>
              <a:spcAft>
                <a:spcPts val="0"/>
              </a:spcAft>
              <a:buSzPts val="1900"/>
              <a:buChar char="■"/>
              <a:defRPr sz="1900"/>
            </a:lvl6pPr>
            <a:lvl7pPr marL="3200400" lvl="6" indent="-349250">
              <a:spcBef>
                <a:spcPts val="0"/>
              </a:spcBef>
              <a:spcAft>
                <a:spcPts val="0"/>
              </a:spcAft>
              <a:buSzPts val="1900"/>
              <a:buChar char="●"/>
              <a:defRPr sz="1900"/>
            </a:lvl7pPr>
            <a:lvl8pPr marL="3657600" lvl="7" indent="-349250">
              <a:spcBef>
                <a:spcPts val="0"/>
              </a:spcBef>
              <a:spcAft>
                <a:spcPts val="0"/>
              </a:spcAft>
              <a:buSzPts val="1900"/>
              <a:buChar char="○"/>
              <a:defRPr sz="1900"/>
            </a:lvl8pPr>
            <a:lvl9pPr marL="4114800" lvl="8" indent="-349250">
              <a:spcBef>
                <a:spcPts val="0"/>
              </a:spcBef>
              <a:spcAft>
                <a:spcPts val="0"/>
              </a:spcAft>
              <a:buSzPts val="1900"/>
              <a:buChar char="■"/>
              <a:defRPr sz="1900"/>
            </a:lvl9pPr>
          </a:lstStyle>
          <a:p>
            <a:endParaRPr/>
          </a:p>
        </p:txBody>
      </p:sp>
      <p:sp>
        <p:nvSpPr>
          <p:cNvPr id="27" name="Google Shape;27;p5"/>
          <p:cNvSpPr txBox="1">
            <a:spLocks noGrp="1"/>
          </p:cNvSpPr>
          <p:nvPr>
            <p:ph type="body" idx="2"/>
          </p:nvPr>
        </p:nvSpPr>
        <p:spPr>
          <a:xfrm>
            <a:off x="7731840" y="1843960"/>
            <a:ext cx="6399900" cy="5466300"/>
          </a:xfrm>
          <a:prstGeom prst="rect">
            <a:avLst/>
          </a:prstGeom>
        </p:spPr>
        <p:txBody>
          <a:bodyPr spcFirstLastPara="1" wrap="square" lIns="146275" tIns="146275" rIns="146275" bIns="146275" anchor="t" anchorCtr="0">
            <a:normAutofit/>
          </a:bodyPr>
          <a:lstStyle>
            <a:lvl1pPr marL="457200" lvl="0" indent="-368300">
              <a:spcBef>
                <a:spcPts val="0"/>
              </a:spcBef>
              <a:spcAft>
                <a:spcPts val="0"/>
              </a:spcAft>
              <a:buSzPts val="2200"/>
              <a:buChar char="●"/>
              <a:defRPr sz="2200"/>
            </a:lvl1pPr>
            <a:lvl2pPr marL="914400" lvl="1" indent="-349250">
              <a:spcBef>
                <a:spcPts val="0"/>
              </a:spcBef>
              <a:spcAft>
                <a:spcPts val="0"/>
              </a:spcAft>
              <a:buSzPts val="1900"/>
              <a:buChar char="○"/>
              <a:defRPr sz="1900"/>
            </a:lvl2pPr>
            <a:lvl3pPr marL="1371600" lvl="2" indent="-349250">
              <a:spcBef>
                <a:spcPts val="0"/>
              </a:spcBef>
              <a:spcAft>
                <a:spcPts val="0"/>
              </a:spcAft>
              <a:buSzPts val="1900"/>
              <a:buChar char="■"/>
              <a:defRPr sz="1900"/>
            </a:lvl3pPr>
            <a:lvl4pPr marL="1828800" lvl="3" indent="-349250">
              <a:spcBef>
                <a:spcPts val="0"/>
              </a:spcBef>
              <a:spcAft>
                <a:spcPts val="0"/>
              </a:spcAft>
              <a:buSzPts val="1900"/>
              <a:buChar char="●"/>
              <a:defRPr sz="1900"/>
            </a:lvl4pPr>
            <a:lvl5pPr marL="2286000" lvl="4" indent="-349250">
              <a:spcBef>
                <a:spcPts val="0"/>
              </a:spcBef>
              <a:spcAft>
                <a:spcPts val="0"/>
              </a:spcAft>
              <a:buSzPts val="1900"/>
              <a:buChar char="○"/>
              <a:defRPr sz="1900"/>
            </a:lvl5pPr>
            <a:lvl6pPr marL="2743200" lvl="5" indent="-349250">
              <a:spcBef>
                <a:spcPts val="0"/>
              </a:spcBef>
              <a:spcAft>
                <a:spcPts val="0"/>
              </a:spcAft>
              <a:buSzPts val="1900"/>
              <a:buChar char="■"/>
              <a:defRPr sz="1900"/>
            </a:lvl6pPr>
            <a:lvl7pPr marL="3200400" lvl="6" indent="-349250">
              <a:spcBef>
                <a:spcPts val="0"/>
              </a:spcBef>
              <a:spcAft>
                <a:spcPts val="0"/>
              </a:spcAft>
              <a:buSzPts val="1900"/>
              <a:buChar char="●"/>
              <a:defRPr sz="1900"/>
            </a:lvl7pPr>
            <a:lvl8pPr marL="3657600" lvl="7" indent="-349250">
              <a:spcBef>
                <a:spcPts val="0"/>
              </a:spcBef>
              <a:spcAft>
                <a:spcPts val="0"/>
              </a:spcAft>
              <a:buSzPts val="1900"/>
              <a:buChar char="○"/>
              <a:defRPr sz="1900"/>
            </a:lvl8pPr>
            <a:lvl9pPr marL="4114800" lvl="8" indent="-349250">
              <a:spcBef>
                <a:spcPts val="0"/>
              </a:spcBef>
              <a:spcAft>
                <a:spcPts val="0"/>
              </a:spcAft>
              <a:buSzPts val="1900"/>
              <a:buChar char="■"/>
              <a:defRPr sz="1900"/>
            </a:lvl9pPr>
          </a:lstStyle>
          <a:p>
            <a:endParaRPr/>
          </a:p>
        </p:txBody>
      </p:sp>
      <p:sp>
        <p:nvSpPr>
          <p:cNvPr id="28" name="Google Shape;28;p5"/>
          <p:cNvSpPr txBox="1">
            <a:spLocks noGrp="1"/>
          </p:cNvSpPr>
          <p:nvPr>
            <p:ph type="sldNum" idx="12"/>
          </p:nvPr>
        </p:nvSpPr>
        <p:spPr>
          <a:xfrm>
            <a:off x="13555933" y="7461147"/>
            <a:ext cx="877800" cy="629700"/>
          </a:xfrm>
          <a:prstGeom prst="rect">
            <a:avLst/>
          </a:prstGeom>
        </p:spPr>
        <p:txBody>
          <a:bodyPr spcFirstLastPara="1" wrap="square" lIns="146275" tIns="146275" rIns="146275" bIns="14627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498720" y="712040"/>
            <a:ext cx="13632900" cy="916200"/>
          </a:xfrm>
          <a:prstGeom prst="rect">
            <a:avLst/>
          </a:prstGeom>
        </p:spPr>
        <p:txBody>
          <a:bodyPr spcFirstLastPara="1" wrap="square" lIns="146275" tIns="146275" rIns="146275" bIns="146275" anchor="t" anchorCtr="0">
            <a:normAutofit/>
          </a:bodyPr>
          <a:lstStyle>
            <a:lvl1pPr lvl="0">
              <a:spcBef>
                <a:spcPts val="0"/>
              </a:spcBef>
              <a:spcAft>
                <a:spcPts val="0"/>
              </a:spcAft>
              <a:buSzPts val="4500"/>
              <a:buNone/>
              <a:defRPr/>
            </a:lvl1pPr>
            <a:lvl2pPr lvl="1">
              <a:spcBef>
                <a:spcPts val="0"/>
              </a:spcBef>
              <a:spcAft>
                <a:spcPts val="0"/>
              </a:spcAft>
              <a:buSzPts val="4500"/>
              <a:buNone/>
              <a:defRPr/>
            </a:lvl2pPr>
            <a:lvl3pPr lvl="2">
              <a:spcBef>
                <a:spcPts val="0"/>
              </a:spcBef>
              <a:spcAft>
                <a:spcPts val="0"/>
              </a:spcAft>
              <a:buSzPts val="4500"/>
              <a:buNone/>
              <a:defRPr/>
            </a:lvl3pPr>
            <a:lvl4pPr lvl="3">
              <a:spcBef>
                <a:spcPts val="0"/>
              </a:spcBef>
              <a:spcAft>
                <a:spcPts val="0"/>
              </a:spcAft>
              <a:buSzPts val="4500"/>
              <a:buNone/>
              <a:defRPr/>
            </a:lvl4pPr>
            <a:lvl5pPr lvl="4">
              <a:spcBef>
                <a:spcPts val="0"/>
              </a:spcBef>
              <a:spcAft>
                <a:spcPts val="0"/>
              </a:spcAft>
              <a:buSzPts val="4500"/>
              <a:buNone/>
              <a:defRPr/>
            </a:lvl5pPr>
            <a:lvl6pPr lvl="5">
              <a:spcBef>
                <a:spcPts val="0"/>
              </a:spcBef>
              <a:spcAft>
                <a:spcPts val="0"/>
              </a:spcAft>
              <a:buSzPts val="4500"/>
              <a:buNone/>
              <a:defRPr/>
            </a:lvl6pPr>
            <a:lvl7pPr lvl="6">
              <a:spcBef>
                <a:spcPts val="0"/>
              </a:spcBef>
              <a:spcAft>
                <a:spcPts val="0"/>
              </a:spcAft>
              <a:buSzPts val="4500"/>
              <a:buNone/>
              <a:defRPr/>
            </a:lvl7pPr>
            <a:lvl8pPr lvl="7">
              <a:spcBef>
                <a:spcPts val="0"/>
              </a:spcBef>
              <a:spcAft>
                <a:spcPts val="0"/>
              </a:spcAft>
              <a:buSzPts val="4500"/>
              <a:buNone/>
              <a:defRPr/>
            </a:lvl8pPr>
            <a:lvl9pPr lvl="8">
              <a:spcBef>
                <a:spcPts val="0"/>
              </a:spcBef>
              <a:spcAft>
                <a:spcPts val="0"/>
              </a:spcAft>
              <a:buSzPts val="4500"/>
              <a:buNone/>
              <a:defRPr/>
            </a:lvl9pPr>
          </a:lstStyle>
          <a:p>
            <a:endParaRPr/>
          </a:p>
        </p:txBody>
      </p:sp>
      <p:sp>
        <p:nvSpPr>
          <p:cNvPr id="31" name="Google Shape;31;p6"/>
          <p:cNvSpPr txBox="1">
            <a:spLocks noGrp="1"/>
          </p:cNvSpPr>
          <p:nvPr>
            <p:ph type="sldNum" idx="12"/>
          </p:nvPr>
        </p:nvSpPr>
        <p:spPr>
          <a:xfrm>
            <a:off x="13555933" y="7461147"/>
            <a:ext cx="877800" cy="629700"/>
          </a:xfrm>
          <a:prstGeom prst="rect">
            <a:avLst/>
          </a:prstGeom>
        </p:spPr>
        <p:txBody>
          <a:bodyPr spcFirstLastPara="1" wrap="square" lIns="146275" tIns="146275" rIns="146275" bIns="14627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498720" y="888960"/>
            <a:ext cx="4492800" cy="1209000"/>
          </a:xfrm>
          <a:prstGeom prst="rect">
            <a:avLst/>
          </a:prstGeom>
        </p:spPr>
        <p:txBody>
          <a:bodyPr spcFirstLastPara="1" wrap="square" lIns="146275" tIns="146275" rIns="146275" bIns="146275" anchor="b" anchorCtr="0">
            <a:normAutofit/>
          </a:bodyPr>
          <a:lstStyle>
            <a:lvl1pPr lvl="0">
              <a:spcBef>
                <a:spcPts val="0"/>
              </a:spcBef>
              <a:spcAft>
                <a:spcPts val="0"/>
              </a:spcAft>
              <a:buSzPts val="3800"/>
              <a:buNone/>
              <a:defRPr sz="3800"/>
            </a:lvl1pPr>
            <a:lvl2pPr lvl="1">
              <a:spcBef>
                <a:spcPts val="0"/>
              </a:spcBef>
              <a:spcAft>
                <a:spcPts val="0"/>
              </a:spcAft>
              <a:buSzPts val="3800"/>
              <a:buNone/>
              <a:defRPr sz="3800"/>
            </a:lvl2pPr>
            <a:lvl3pPr lvl="2">
              <a:spcBef>
                <a:spcPts val="0"/>
              </a:spcBef>
              <a:spcAft>
                <a:spcPts val="0"/>
              </a:spcAft>
              <a:buSzPts val="3800"/>
              <a:buNone/>
              <a:defRPr sz="3800"/>
            </a:lvl3pPr>
            <a:lvl4pPr lvl="3">
              <a:spcBef>
                <a:spcPts val="0"/>
              </a:spcBef>
              <a:spcAft>
                <a:spcPts val="0"/>
              </a:spcAft>
              <a:buSzPts val="3800"/>
              <a:buNone/>
              <a:defRPr sz="3800"/>
            </a:lvl4pPr>
            <a:lvl5pPr lvl="4">
              <a:spcBef>
                <a:spcPts val="0"/>
              </a:spcBef>
              <a:spcAft>
                <a:spcPts val="0"/>
              </a:spcAft>
              <a:buSzPts val="3800"/>
              <a:buNone/>
              <a:defRPr sz="3800"/>
            </a:lvl5pPr>
            <a:lvl6pPr lvl="5">
              <a:spcBef>
                <a:spcPts val="0"/>
              </a:spcBef>
              <a:spcAft>
                <a:spcPts val="0"/>
              </a:spcAft>
              <a:buSzPts val="3800"/>
              <a:buNone/>
              <a:defRPr sz="3800"/>
            </a:lvl6pPr>
            <a:lvl7pPr lvl="6">
              <a:spcBef>
                <a:spcPts val="0"/>
              </a:spcBef>
              <a:spcAft>
                <a:spcPts val="0"/>
              </a:spcAft>
              <a:buSzPts val="3800"/>
              <a:buNone/>
              <a:defRPr sz="3800"/>
            </a:lvl7pPr>
            <a:lvl8pPr lvl="7">
              <a:spcBef>
                <a:spcPts val="0"/>
              </a:spcBef>
              <a:spcAft>
                <a:spcPts val="0"/>
              </a:spcAft>
              <a:buSzPts val="3800"/>
              <a:buNone/>
              <a:defRPr sz="3800"/>
            </a:lvl8pPr>
            <a:lvl9pPr lvl="8">
              <a:spcBef>
                <a:spcPts val="0"/>
              </a:spcBef>
              <a:spcAft>
                <a:spcPts val="0"/>
              </a:spcAft>
              <a:buSzPts val="3800"/>
              <a:buNone/>
              <a:defRPr sz="3800"/>
            </a:lvl9pPr>
          </a:lstStyle>
          <a:p>
            <a:endParaRPr/>
          </a:p>
        </p:txBody>
      </p:sp>
      <p:sp>
        <p:nvSpPr>
          <p:cNvPr id="34" name="Google Shape;34;p7"/>
          <p:cNvSpPr txBox="1">
            <a:spLocks noGrp="1"/>
          </p:cNvSpPr>
          <p:nvPr>
            <p:ph type="body" idx="1"/>
          </p:nvPr>
        </p:nvSpPr>
        <p:spPr>
          <a:xfrm>
            <a:off x="498720" y="2223360"/>
            <a:ext cx="4492800" cy="5087100"/>
          </a:xfrm>
          <a:prstGeom prst="rect">
            <a:avLst/>
          </a:prstGeom>
        </p:spPr>
        <p:txBody>
          <a:bodyPr spcFirstLastPara="1" wrap="square" lIns="146275" tIns="146275" rIns="146275" bIns="146275" anchor="t" anchorCtr="0">
            <a:normAutofit/>
          </a:bodyPr>
          <a:lstStyle>
            <a:lvl1pPr marL="457200" lvl="0" indent="-349250">
              <a:spcBef>
                <a:spcPts val="0"/>
              </a:spcBef>
              <a:spcAft>
                <a:spcPts val="0"/>
              </a:spcAft>
              <a:buSzPts val="1900"/>
              <a:buChar char="●"/>
              <a:defRPr sz="1900"/>
            </a:lvl1pPr>
            <a:lvl2pPr marL="914400" lvl="1" indent="-349250">
              <a:spcBef>
                <a:spcPts val="0"/>
              </a:spcBef>
              <a:spcAft>
                <a:spcPts val="0"/>
              </a:spcAft>
              <a:buSzPts val="1900"/>
              <a:buChar char="○"/>
              <a:defRPr sz="1900"/>
            </a:lvl2pPr>
            <a:lvl3pPr marL="1371600" lvl="2" indent="-349250">
              <a:spcBef>
                <a:spcPts val="0"/>
              </a:spcBef>
              <a:spcAft>
                <a:spcPts val="0"/>
              </a:spcAft>
              <a:buSzPts val="1900"/>
              <a:buChar char="■"/>
              <a:defRPr sz="1900"/>
            </a:lvl3pPr>
            <a:lvl4pPr marL="1828800" lvl="3" indent="-349250">
              <a:spcBef>
                <a:spcPts val="0"/>
              </a:spcBef>
              <a:spcAft>
                <a:spcPts val="0"/>
              </a:spcAft>
              <a:buSzPts val="1900"/>
              <a:buChar char="●"/>
              <a:defRPr sz="1900"/>
            </a:lvl4pPr>
            <a:lvl5pPr marL="2286000" lvl="4" indent="-349250">
              <a:spcBef>
                <a:spcPts val="0"/>
              </a:spcBef>
              <a:spcAft>
                <a:spcPts val="0"/>
              </a:spcAft>
              <a:buSzPts val="1900"/>
              <a:buChar char="○"/>
              <a:defRPr sz="1900"/>
            </a:lvl5pPr>
            <a:lvl6pPr marL="2743200" lvl="5" indent="-349250">
              <a:spcBef>
                <a:spcPts val="0"/>
              </a:spcBef>
              <a:spcAft>
                <a:spcPts val="0"/>
              </a:spcAft>
              <a:buSzPts val="1900"/>
              <a:buChar char="■"/>
              <a:defRPr sz="1900"/>
            </a:lvl6pPr>
            <a:lvl7pPr marL="3200400" lvl="6" indent="-349250">
              <a:spcBef>
                <a:spcPts val="0"/>
              </a:spcBef>
              <a:spcAft>
                <a:spcPts val="0"/>
              </a:spcAft>
              <a:buSzPts val="1900"/>
              <a:buChar char="●"/>
              <a:defRPr sz="1900"/>
            </a:lvl7pPr>
            <a:lvl8pPr marL="3657600" lvl="7" indent="-349250">
              <a:spcBef>
                <a:spcPts val="0"/>
              </a:spcBef>
              <a:spcAft>
                <a:spcPts val="0"/>
              </a:spcAft>
              <a:buSzPts val="1900"/>
              <a:buChar char="○"/>
              <a:defRPr sz="1900"/>
            </a:lvl8pPr>
            <a:lvl9pPr marL="4114800" lvl="8" indent="-349250">
              <a:spcBef>
                <a:spcPts val="0"/>
              </a:spcBef>
              <a:spcAft>
                <a:spcPts val="0"/>
              </a:spcAft>
              <a:buSzPts val="1900"/>
              <a:buChar char="■"/>
              <a:defRPr sz="1900"/>
            </a:lvl9pPr>
          </a:lstStyle>
          <a:p>
            <a:endParaRPr/>
          </a:p>
        </p:txBody>
      </p:sp>
      <p:sp>
        <p:nvSpPr>
          <p:cNvPr id="35" name="Google Shape;35;p7"/>
          <p:cNvSpPr txBox="1">
            <a:spLocks noGrp="1"/>
          </p:cNvSpPr>
          <p:nvPr>
            <p:ph type="sldNum" idx="12"/>
          </p:nvPr>
        </p:nvSpPr>
        <p:spPr>
          <a:xfrm>
            <a:off x="13555933" y="7461147"/>
            <a:ext cx="877800" cy="629700"/>
          </a:xfrm>
          <a:prstGeom prst="rect">
            <a:avLst/>
          </a:prstGeom>
        </p:spPr>
        <p:txBody>
          <a:bodyPr spcFirstLastPara="1" wrap="square" lIns="146275" tIns="146275" rIns="146275" bIns="14627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784400" y="720240"/>
            <a:ext cx="10188600" cy="6545400"/>
          </a:xfrm>
          <a:prstGeom prst="rect">
            <a:avLst/>
          </a:prstGeom>
        </p:spPr>
        <p:txBody>
          <a:bodyPr spcFirstLastPara="1" wrap="square" lIns="146275" tIns="146275" rIns="146275" bIns="146275" anchor="ctr" anchorCtr="0">
            <a:normAutofit/>
          </a:bodyPr>
          <a:lstStyle>
            <a:lvl1pPr lvl="0">
              <a:spcBef>
                <a:spcPts val="0"/>
              </a:spcBef>
              <a:spcAft>
                <a:spcPts val="0"/>
              </a:spcAft>
              <a:buSzPts val="7700"/>
              <a:buNone/>
              <a:defRPr sz="7700"/>
            </a:lvl1pPr>
            <a:lvl2pPr lvl="1">
              <a:spcBef>
                <a:spcPts val="0"/>
              </a:spcBef>
              <a:spcAft>
                <a:spcPts val="0"/>
              </a:spcAft>
              <a:buSzPts val="7700"/>
              <a:buNone/>
              <a:defRPr sz="7700"/>
            </a:lvl2pPr>
            <a:lvl3pPr lvl="2">
              <a:spcBef>
                <a:spcPts val="0"/>
              </a:spcBef>
              <a:spcAft>
                <a:spcPts val="0"/>
              </a:spcAft>
              <a:buSzPts val="7700"/>
              <a:buNone/>
              <a:defRPr sz="7700"/>
            </a:lvl3pPr>
            <a:lvl4pPr lvl="3">
              <a:spcBef>
                <a:spcPts val="0"/>
              </a:spcBef>
              <a:spcAft>
                <a:spcPts val="0"/>
              </a:spcAft>
              <a:buSzPts val="7700"/>
              <a:buNone/>
              <a:defRPr sz="7700"/>
            </a:lvl4pPr>
            <a:lvl5pPr lvl="4">
              <a:spcBef>
                <a:spcPts val="0"/>
              </a:spcBef>
              <a:spcAft>
                <a:spcPts val="0"/>
              </a:spcAft>
              <a:buSzPts val="7700"/>
              <a:buNone/>
              <a:defRPr sz="7700"/>
            </a:lvl5pPr>
            <a:lvl6pPr lvl="5">
              <a:spcBef>
                <a:spcPts val="0"/>
              </a:spcBef>
              <a:spcAft>
                <a:spcPts val="0"/>
              </a:spcAft>
              <a:buSzPts val="7700"/>
              <a:buNone/>
              <a:defRPr sz="7700"/>
            </a:lvl6pPr>
            <a:lvl7pPr lvl="6">
              <a:spcBef>
                <a:spcPts val="0"/>
              </a:spcBef>
              <a:spcAft>
                <a:spcPts val="0"/>
              </a:spcAft>
              <a:buSzPts val="7700"/>
              <a:buNone/>
              <a:defRPr sz="7700"/>
            </a:lvl7pPr>
            <a:lvl8pPr lvl="7">
              <a:spcBef>
                <a:spcPts val="0"/>
              </a:spcBef>
              <a:spcAft>
                <a:spcPts val="0"/>
              </a:spcAft>
              <a:buSzPts val="7700"/>
              <a:buNone/>
              <a:defRPr sz="7700"/>
            </a:lvl8pPr>
            <a:lvl9pPr lvl="8">
              <a:spcBef>
                <a:spcPts val="0"/>
              </a:spcBef>
              <a:spcAft>
                <a:spcPts val="0"/>
              </a:spcAft>
              <a:buSzPts val="7700"/>
              <a:buNone/>
              <a:defRPr sz="7700"/>
            </a:lvl9pPr>
          </a:lstStyle>
          <a:p>
            <a:endParaRPr/>
          </a:p>
        </p:txBody>
      </p:sp>
      <p:sp>
        <p:nvSpPr>
          <p:cNvPr id="38" name="Google Shape;38;p8"/>
          <p:cNvSpPr txBox="1">
            <a:spLocks noGrp="1"/>
          </p:cNvSpPr>
          <p:nvPr>
            <p:ph type="sldNum" idx="12"/>
          </p:nvPr>
        </p:nvSpPr>
        <p:spPr>
          <a:xfrm>
            <a:off x="13555933" y="7461147"/>
            <a:ext cx="877800" cy="629700"/>
          </a:xfrm>
          <a:prstGeom prst="rect">
            <a:avLst/>
          </a:prstGeom>
        </p:spPr>
        <p:txBody>
          <a:bodyPr spcFirstLastPara="1" wrap="square" lIns="146275" tIns="146275" rIns="146275" bIns="14627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9"/>
          <p:cNvSpPr/>
          <p:nvPr/>
        </p:nvSpPr>
        <p:spPr>
          <a:xfrm>
            <a:off x="7315200" y="-200"/>
            <a:ext cx="7315200" cy="8229600"/>
          </a:xfrm>
          <a:prstGeom prst="rect">
            <a:avLst/>
          </a:prstGeom>
          <a:solidFill>
            <a:schemeClr val="lt2"/>
          </a:solidFill>
          <a:ln>
            <a:noFill/>
          </a:ln>
        </p:spPr>
        <p:txBody>
          <a:bodyPr spcFirstLastPara="1" wrap="square" lIns="146275" tIns="146275" rIns="146275" bIns="146275" anchor="ctr" anchorCtr="0">
            <a:noAutofit/>
          </a:bodyPr>
          <a:lstStyle/>
          <a:p>
            <a:pPr marL="0" lvl="0" indent="0" algn="l" rtl="0">
              <a:spcBef>
                <a:spcPts val="0"/>
              </a:spcBef>
              <a:spcAft>
                <a:spcPts val="0"/>
              </a:spcAft>
              <a:buNone/>
            </a:pPr>
            <a:endParaRPr/>
          </a:p>
        </p:txBody>
      </p:sp>
      <p:sp>
        <p:nvSpPr>
          <p:cNvPr id="41" name="Google Shape;41;p9"/>
          <p:cNvSpPr txBox="1">
            <a:spLocks noGrp="1"/>
          </p:cNvSpPr>
          <p:nvPr>
            <p:ph type="title"/>
          </p:nvPr>
        </p:nvSpPr>
        <p:spPr>
          <a:xfrm>
            <a:off x="424800" y="1973080"/>
            <a:ext cx="6472200" cy="2371800"/>
          </a:xfrm>
          <a:prstGeom prst="rect">
            <a:avLst/>
          </a:prstGeom>
        </p:spPr>
        <p:txBody>
          <a:bodyPr spcFirstLastPara="1" wrap="square" lIns="146275" tIns="146275" rIns="146275" bIns="146275" anchor="b" anchorCtr="0">
            <a:normAutofit/>
          </a:bodyPr>
          <a:lstStyle>
            <a:lvl1pPr lvl="0" algn="ctr">
              <a:spcBef>
                <a:spcPts val="0"/>
              </a:spcBef>
              <a:spcAft>
                <a:spcPts val="0"/>
              </a:spcAft>
              <a:buSzPts val="6700"/>
              <a:buNone/>
              <a:defRPr sz="6700"/>
            </a:lvl1pPr>
            <a:lvl2pPr lvl="1" algn="ctr">
              <a:spcBef>
                <a:spcPts val="0"/>
              </a:spcBef>
              <a:spcAft>
                <a:spcPts val="0"/>
              </a:spcAft>
              <a:buSzPts val="6700"/>
              <a:buNone/>
              <a:defRPr sz="6700"/>
            </a:lvl2pPr>
            <a:lvl3pPr lvl="2" algn="ctr">
              <a:spcBef>
                <a:spcPts val="0"/>
              </a:spcBef>
              <a:spcAft>
                <a:spcPts val="0"/>
              </a:spcAft>
              <a:buSzPts val="6700"/>
              <a:buNone/>
              <a:defRPr sz="6700"/>
            </a:lvl3pPr>
            <a:lvl4pPr lvl="3" algn="ctr">
              <a:spcBef>
                <a:spcPts val="0"/>
              </a:spcBef>
              <a:spcAft>
                <a:spcPts val="0"/>
              </a:spcAft>
              <a:buSzPts val="6700"/>
              <a:buNone/>
              <a:defRPr sz="6700"/>
            </a:lvl4pPr>
            <a:lvl5pPr lvl="4" algn="ctr">
              <a:spcBef>
                <a:spcPts val="0"/>
              </a:spcBef>
              <a:spcAft>
                <a:spcPts val="0"/>
              </a:spcAft>
              <a:buSzPts val="6700"/>
              <a:buNone/>
              <a:defRPr sz="6700"/>
            </a:lvl5pPr>
            <a:lvl6pPr lvl="5" algn="ctr">
              <a:spcBef>
                <a:spcPts val="0"/>
              </a:spcBef>
              <a:spcAft>
                <a:spcPts val="0"/>
              </a:spcAft>
              <a:buSzPts val="6700"/>
              <a:buNone/>
              <a:defRPr sz="6700"/>
            </a:lvl6pPr>
            <a:lvl7pPr lvl="6" algn="ctr">
              <a:spcBef>
                <a:spcPts val="0"/>
              </a:spcBef>
              <a:spcAft>
                <a:spcPts val="0"/>
              </a:spcAft>
              <a:buSzPts val="6700"/>
              <a:buNone/>
              <a:defRPr sz="6700"/>
            </a:lvl7pPr>
            <a:lvl8pPr lvl="7" algn="ctr">
              <a:spcBef>
                <a:spcPts val="0"/>
              </a:spcBef>
              <a:spcAft>
                <a:spcPts val="0"/>
              </a:spcAft>
              <a:buSzPts val="6700"/>
              <a:buNone/>
              <a:defRPr sz="6700"/>
            </a:lvl8pPr>
            <a:lvl9pPr lvl="8" algn="ctr">
              <a:spcBef>
                <a:spcPts val="0"/>
              </a:spcBef>
              <a:spcAft>
                <a:spcPts val="0"/>
              </a:spcAft>
              <a:buSzPts val="6700"/>
              <a:buNone/>
              <a:defRPr sz="6700"/>
            </a:lvl9pPr>
          </a:lstStyle>
          <a:p>
            <a:endParaRPr/>
          </a:p>
        </p:txBody>
      </p:sp>
      <p:sp>
        <p:nvSpPr>
          <p:cNvPr id="42" name="Google Shape;42;p9"/>
          <p:cNvSpPr txBox="1">
            <a:spLocks noGrp="1"/>
          </p:cNvSpPr>
          <p:nvPr>
            <p:ph type="subTitle" idx="1"/>
          </p:nvPr>
        </p:nvSpPr>
        <p:spPr>
          <a:xfrm>
            <a:off x="424800" y="4484920"/>
            <a:ext cx="6472200" cy="1976100"/>
          </a:xfrm>
          <a:prstGeom prst="rect">
            <a:avLst/>
          </a:prstGeom>
        </p:spPr>
        <p:txBody>
          <a:bodyPr spcFirstLastPara="1" wrap="square" lIns="146275" tIns="146275" rIns="146275" bIns="146275" anchor="t" anchorCtr="0">
            <a:normAutofit/>
          </a:bodyPr>
          <a:lstStyle>
            <a:lvl1pPr lvl="0" algn="ctr">
              <a:lnSpc>
                <a:spcPct val="100000"/>
              </a:lnSpc>
              <a:spcBef>
                <a:spcPts val="0"/>
              </a:spcBef>
              <a:spcAft>
                <a:spcPts val="0"/>
              </a:spcAft>
              <a:buSzPts val="3400"/>
              <a:buNone/>
              <a:defRPr sz="3400"/>
            </a:lvl1pPr>
            <a:lvl2pPr lvl="1" algn="ctr">
              <a:lnSpc>
                <a:spcPct val="100000"/>
              </a:lnSpc>
              <a:spcBef>
                <a:spcPts val="0"/>
              </a:spcBef>
              <a:spcAft>
                <a:spcPts val="0"/>
              </a:spcAft>
              <a:buSzPts val="3400"/>
              <a:buNone/>
              <a:defRPr sz="3400"/>
            </a:lvl2pPr>
            <a:lvl3pPr lvl="2" algn="ctr">
              <a:lnSpc>
                <a:spcPct val="100000"/>
              </a:lnSpc>
              <a:spcBef>
                <a:spcPts val="0"/>
              </a:spcBef>
              <a:spcAft>
                <a:spcPts val="0"/>
              </a:spcAft>
              <a:buSzPts val="3400"/>
              <a:buNone/>
              <a:defRPr sz="3400"/>
            </a:lvl3pPr>
            <a:lvl4pPr lvl="3" algn="ctr">
              <a:lnSpc>
                <a:spcPct val="100000"/>
              </a:lnSpc>
              <a:spcBef>
                <a:spcPts val="0"/>
              </a:spcBef>
              <a:spcAft>
                <a:spcPts val="0"/>
              </a:spcAft>
              <a:buSzPts val="3400"/>
              <a:buNone/>
              <a:defRPr sz="3400"/>
            </a:lvl4pPr>
            <a:lvl5pPr lvl="4" algn="ctr">
              <a:lnSpc>
                <a:spcPct val="100000"/>
              </a:lnSpc>
              <a:spcBef>
                <a:spcPts val="0"/>
              </a:spcBef>
              <a:spcAft>
                <a:spcPts val="0"/>
              </a:spcAft>
              <a:buSzPts val="3400"/>
              <a:buNone/>
              <a:defRPr sz="3400"/>
            </a:lvl5pPr>
            <a:lvl6pPr lvl="5" algn="ctr">
              <a:lnSpc>
                <a:spcPct val="100000"/>
              </a:lnSpc>
              <a:spcBef>
                <a:spcPts val="0"/>
              </a:spcBef>
              <a:spcAft>
                <a:spcPts val="0"/>
              </a:spcAft>
              <a:buSzPts val="3400"/>
              <a:buNone/>
              <a:defRPr sz="3400"/>
            </a:lvl6pPr>
            <a:lvl7pPr lvl="6" algn="ctr">
              <a:lnSpc>
                <a:spcPct val="100000"/>
              </a:lnSpc>
              <a:spcBef>
                <a:spcPts val="0"/>
              </a:spcBef>
              <a:spcAft>
                <a:spcPts val="0"/>
              </a:spcAft>
              <a:buSzPts val="3400"/>
              <a:buNone/>
              <a:defRPr sz="3400"/>
            </a:lvl7pPr>
            <a:lvl8pPr lvl="7" algn="ctr">
              <a:lnSpc>
                <a:spcPct val="100000"/>
              </a:lnSpc>
              <a:spcBef>
                <a:spcPts val="0"/>
              </a:spcBef>
              <a:spcAft>
                <a:spcPts val="0"/>
              </a:spcAft>
              <a:buSzPts val="3400"/>
              <a:buNone/>
              <a:defRPr sz="3400"/>
            </a:lvl8pPr>
            <a:lvl9pPr lvl="8" algn="ctr">
              <a:lnSpc>
                <a:spcPct val="100000"/>
              </a:lnSpc>
              <a:spcBef>
                <a:spcPts val="0"/>
              </a:spcBef>
              <a:spcAft>
                <a:spcPts val="0"/>
              </a:spcAft>
              <a:buSzPts val="3400"/>
              <a:buNone/>
              <a:defRPr sz="3400"/>
            </a:lvl9pPr>
          </a:lstStyle>
          <a:p>
            <a:endParaRPr/>
          </a:p>
        </p:txBody>
      </p:sp>
      <p:sp>
        <p:nvSpPr>
          <p:cNvPr id="43" name="Google Shape;43;p9"/>
          <p:cNvSpPr txBox="1">
            <a:spLocks noGrp="1"/>
          </p:cNvSpPr>
          <p:nvPr>
            <p:ph type="body" idx="2"/>
          </p:nvPr>
        </p:nvSpPr>
        <p:spPr>
          <a:xfrm>
            <a:off x="7903200" y="1158520"/>
            <a:ext cx="6139200" cy="5912100"/>
          </a:xfrm>
          <a:prstGeom prst="rect">
            <a:avLst/>
          </a:prstGeom>
        </p:spPr>
        <p:txBody>
          <a:bodyPr spcFirstLastPara="1" wrap="square" lIns="146275" tIns="146275" rIns="146275" bIns="146275" anchor="ctr" anchorCtr="0">
            <a:normAutofit/>
          </a:bodyPr>
          <a:lstStyle>
            <a:lvl1pPr marL="457200" lvl="0" indent="-412750">
              <a:spcBef>
                <a:spcPts val="0"/>
              </a:spcBef>
              <a:spcAft>
                <a:spcPts val="0"/>
              </a:spcAft>
              <a:buSzPts val="2900"/>
              <a:buChar char="●"/>
              <a:defRPr/>
            </a:lvl1pPr>
            <a:lvl2pPr marL="914400" lvl="1" indent="-368300">
              <a:spcBef>
                <a:spcPts val="0"/>
              </a:spcBef>
              <a:spcAft>
                <a:spcPts val="0"/>
              </a:spcAft>
              <a:buSzPts val="2200"/>
              <a:buChar char="○"/>
              <a:defRPr/>
            </a:lvl2pPr>
            <a:lvl3pPr marL="1371600" lvl="2" indent="-368300">
              <a:spcBef>
                <a:spcPts val="0"/>
              </a:spcBef>
              <a:spcAft>
                <a:spcPts val="0"/>
              </a:spcAft>
              <a:buSzPts val="2200"/>
              <a:buChar char="■"/>
              <a:defRPr/>
            </a:lvl3pPr>
            <a:lvl4pPr marL="1828800" lvl="3" indent="-368300">
              <a:spcBef>
                <a:spcPts val="0"/>
              </a:spcBef>
              <a:spcAft>
                <a:spcPts val="0"/>
              </a:spcAft>
              <a:buSzPts val="2200"/>
              <a:buChar char="●"/>
              <a:defRPr/>
            </a:lvl4pPr>
            <a:lvl5pPr marL="2286000" lvl="4" indent="-368300">
              <a:spcBef>
                <a:spcPts val="0"/>
              </a:spcBef>
              <a:spcAft>
                <a:spcPts val="0"/>
              </a:spcAft>
              <a:buSzPts val="2200"/>
              <a:buChar char="○"/>
              <a:defRPr/>
            </a:lvl5pPr>
            <a:lvl6pPr marL="2743200" lvl="5" indent="-368300">
              <a:spcBef>
                <a:spcPts val="0"/>
              </a:spcBef>
              <a:spcAft>
                <a:spcPts val="0"/>
              </a:spcAft>
              <a:buSzPts val="2200"/>
              <a:buChar char="■"/>
              <a:defRPr/>
            </a:lvl6pPr>
            <a:lvl7pPr marL="3200400" lvl="6" indent="-368300">
              <a:spcBef>
                <a:spcPts val="0"/>
              </a:spcBef>
              <a:spcAft>
                <a:spcPts val="0"/>
              </a:spcAft>
              <a:buSzPts val="2200"/>
              <a:buChar char="●"/>
              <a:defRPr/>
            </a:lvl7pPr>
            <a:lvl8pPr marL="3657600" lvl="7" indent="-368300">
              <a:spcBef>
                <a:spcPts val="0"/>
              </a:spcBef>
              <a:spcAft>
                <a:spcPts val="0"/>
              </a:spcAft>
              <a:buSzPts val="2200"/>
              <a:buChar char="○"/>
              <a:defRPr/>
            </a:lvl8pPr>
            <a:lvl9pPr marL="4114800" lvl="8" indent="-368300">
              <a:spcBef>
                <a:spcPts val="0"/>
              </a:spcBef>
              <a:spcAft>
                <a:spcPts val="0"/>
              </a:spcAft>
              <a:buSzPts val="2200"/>
              <a:buChar char="■"/>
              <a:defRPr/>
            </a:lvl9pPr>
          </a:lstStyle>
          <a:p>
            <a:endParaRPr/>
          </a:p>
        </p:txBody>
      </p:sp>
      <p:sp>
        <p:nvSpPr>
          <p:cNvPr id="44" name="Google Shape;44;p9"/>
          <p:cNvSpPr txBox="1">
            <a:spLocks noGrp="1"/>
          </p:cNvSpPr>
          <p:nvPr>
            <p:ph type="sldNum" idx="12"/>
          </p:nvPr>
        </p:nvSpPr>
        <p:spPr>
          <a:xfrm>
            <a:off x="13555933" y="7461147"/>
            <a:ext cx="877800" cy="629700"/>
          </a:xfrm>
          <a:prstGeom prst="rect">
            <a:avLst/>
          </a:prstGeom>
        </p:spPr>
        <p:txBody>
          <a:bodyPr spcFirstLastPara="1" wrap="square" lIns="146275" tIns="146275" rIns="146275" bIns="14627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5"/>
        <p:cNvGrpSpPr/>
        <p:nvPr/>
      </p:nvGrpSpPr>
      <p:grpSpPr>
        <a:xfrm>
          <a:off x="0" y="0"/>
          <a:ext cx="0" cy="0"/>
          <a:chOff x="0" y="0"/>
          <a:chExt cx="0" cy="0"/>
        </a:xfrm>
      </p:grpSpPr>
      <p:sp>
        <p:nvSpPr>
          <p:cNvPr id="46" name="Google Shape;46;p10"/>
          <p:cNvSpPr txBox="1">
            <a:spLocks noGrp="1"/>
          </p:cNvSpPr>
          <p:nvPr>
            <p:ph type="body" idx="1"/>
          </p:nvPr>
        </p:nvSpPr>
        <p:spPr>
          <a:xfrm>
            <a:off x="498720" y="6768920"/>
            <a:ext cx="9598200" cy="968100"/>
          </a:xfrm>
          <a:prstGeom prst="rect">
            <a:avLst/>
          </a:prstGeom>
        </p:spPr>
        <p:txBody>
          <a:bodyPr spcFirstLastPara="1" wrap="square" lIns="146275" tIns="146275" rIns="146275" bIns="146275" anchor="ctr" anchorCtr="0">
            <a:normAutofit/>
          </a:bodyPr>
          <a:lstStyle>
            <a:lvl1pPr marL="457200" lvl="0" indent="-228600">
              <a:lnSpc>
                <a:spcPct val="100000"/>
              </a:lnSpc>
              <a:spcBef>
                <a:spcPts val="0"/>
              </a:spcBef>
              <a:spcAft>
                <a:spcPts val="0"/>
              </a:spcAft>
              <a:buSzPts val="2900"/>
              <a:buNone/>
              <a:defRPr/>
            </a:lvl1pPr>
          </a:lstStyle>
          <a:p>
            <a:endParaRPr/>
          </a:p>
        </p:txBody>
      </p:sp>
      <p:sp>
        <p:nvSpPr>
          <p:cNvPr id="47" name="Google Shape;47;p10"/>
          <p:cNvSpPr txBox="1">
            <a:spLocks noGrp="1"/>
          </p:cNvSpPr>
          <p:nvPr>
            <p:ph type="sldNum" idx="12"/>
          </p:nvPr>
        </p:nvSpPr>
        <p:spPr>
          <a:xfrm>
            <a:off x="13555933" y="7461147"/>
            <a:ext cx="877800" cy="629700"/>
          </a:xfrm>
          <a:prstGeom prst="rect">
            <a:avLst/>
          </a:prstGeom>
        </p:spPr>
        <p:txBody>
          <a:bodyPr spcFirstLastPara="1" wrap="square" lIns="146275" tIns="146275" rIns="146275" bIns="14627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8"/>
        <p:cNvGrpSpPr/>
        <p:nvPr/>
      </p:nvGrpSpPr>
      <p:grpSpPr>
        <a:xfrm>
          <a:off x="0" y="0"/>
          <a:ext cx="0" cy="0"/>
          <a:chOff x="0" y="0"/>
          <a:chExt cx="0" cy="0"/>
        </a:xfrm>
      </p:grpSpPr>
      <p:sp>
        <p:nvSpPr>
          <p:cNvPr id="49" name="Google Shape;49;p11"/>
          <p:cNvSpPr txBox="1">
            <a:spLocks noGrp="1"/>
          </p:cNvSpPr>
          <p:nvPr>
            <p:ph type="title" hasCustomPrompt="1"/>
          </p:nvPr>
        </p:nvSpPr>
        <p:spPr>
          <a:xfrm>
            <a:off x="498720" y="1769800"/>
            <a:ext cx="13632900" cy="3141600"/>
          </a:xfrm>
          <a:prstGeom prst="rect">
            <a:avLst/>
          </a:prstGeom>
        </p:spPr>
        <p:txBody>
          <a:bodyPr spcFirstLastPara="1" wrap="square" lIns="146275" tIns="146275" rIns="146275" bIns="146275" anchor="b" anchorCtr="0">
            <a:normAutofit/>
          </a:bodyPr>
          <a:lstStyle>
            <a:lvl1pPr lvl="0" algn="ctr">
              <a:spcBef>
                <a:spcPts val="0"/>
              </a:spcBef>
              <a:spcAft>
                <a:spcPts val="0"/>
              </a:spcAft>
              <a:buSzPts val="19200"/>
              <a:buNone/>
              <a:defRPr sz="19200"/>
            </a:lvl1pPr>
            <a:lvl2pPr lvl="1" algn="ctr">
              <a:spcBef>
                <a:spcPts val="0"/>
              </a:spcBef>
              <a:spcAft>
                <a:spcPts val="0"/>
              </a:spcAft>
              <a:buSzPts val="19200"/>
              <a:buNone/>
              <a:defRPr sz="19200"/>
            </a:lvl2pPr>
            <a:lvl3pPr lvl="2" algn="ctr">
              <a:spcBef>
                <a:spcPts val="0"/>
              </a:spcBef>
              <a:spcAft>
                <a:spcPts val="0"/>
              </a:spcAft>
              <a:buSzPts val="19200"/>
              <a:buNone/>
              <a:defRPr sz="19200"/>
            </a:lvl3pPr>
            <a:lvl4pPr lvl="3" algn="ctr">
              <a:spcBef>
                <a:spcPts val="0"/>
              </a:spcBef>
              <a:spcAft>
                <a:spcPts val="0"/>
              </a:spcAft>
              <a:buSzPts val="19200"/>
              <a:buNone/>
              <a:defRPr sz="19200"/>
            </a:lvl4pPr>
            <a:lvl5pPr lvl="4" algn="ctr">
              <a:spcBef>
                <a:spcPts val="0"/>
              </a:spcBef>
              <a:spcAft>
                <a:spcPts val="0"/>
              </a:spcAft>
              <a:buSzPts val="19200"/>
              <a:buNone/>
              <a:defRPr sz="19200"/>
            </a:lvl5pPr>
            <a:lvl6pPr lvl="5" algn="ctr">
              <a:spcBef>
                <a:spcPts val="0"/>
              </a:spcBef>
              <a:spcAft>
                <a:spcPts val="0"/>
              </a:spcAft>
              <a:buSzPts val="19200"/>
              <a:buNone/>
              <a:defRPr sz="19200"/>
            </a:lvl6pPr>
            <a:lvl7pPr lvl="6" algn="ctr">
              <a:spcBef>
                <a:spcPts val="0"/>
              </a:spcBef>
              <a:spcAft>
                <a:spcPts val="0"/>
              </a:spcAft>
              <a:buSzPts val="19200"/>
              <a:buNone/>
              <a:defRPr sz="19200"/>
            </a:lvl7pPr>
            <a:lvl8pPr lvl="7" algn="ctr">
              <a:spcBef>
                <a:spcPts val="0"/>
              </a:spcBef>
              <a:spcAft>
                <a:spcPts val="0"/>
              </a:spcAft>
              <a:buSzPts val="19200"/>
              <a:buNone/>
              <a:defRPr sz="19200"/>
            </a:lvl8pPr>
            <a:lvl9pPr lvl="8" algn="ctr">
              <a:spcBef>
                <a:spcPts val="0"/>
              </a:spcBef>
              <a:spcAft>
                <a:spcPts val="0"/>
              </a:spcAft>
              <a:buSzPts val="19200"/>
              <a:buNone/>
              <a:defRPr sz="19200"/>
            </a:lvl9pPr>
          </a:lstStyle>
          <a:p>
            <a:r>
              <a:t>xx%</a:t>
            </a:r>
          </a:p>
        </p:txBody>
      </p:sp>
      <p:sp>
        <p:nvSpPr>
          <p:cNvPr id="50" name="Google Shape;50;p11"/>
          <p:cNvSpPr txBox="1">
            <a:spLocks noGrp="1"/>
          </p:cNvSpPr>
          <p:nvPr>
            <p:ph type="body" idx="1"/>
          </p:nvPr>
        </p:nvSpPr>
        <p:spPr>
          <a:xfrm>
            <a:off x="498720" y="5043560"/>
            <a:ext cx="13632900" cy="2081400"/>
          </a:xfrm>
          <a:prstGeom prst="rect">
            <a:avLst/>
          </a:prstGeom>
        </p:spPr>
        <p:txBody>
          <a:bodyPr spcFirstLastPara="1" wrap="square" lIns="146275" tIns="146275" rIns="146275" bIns="146275" anchor="t" anchorCtr="0">
            <a:normAutofit/>
          </a:bodyPr>
          <a:lstStyle>
            <a:lvl1pPr marL="457200" lvl="0" indent="-412750" algn="ctr">
              <a:spcBef>
                <a:spcPts val="0"/>
              </a:spcBef>
              <a:spcAft>
                <a:spcPts val="0"/>
              </a:spcAft>
              <a:buSzPts val="2900"/>
              <a:buChar char="●"/>
              <a:defRPr/>
            </a:lvl1pPr>
            <a:lvl2pPr marL="914400" lvl="1" indent="-368300" algn="ctr">
              <a:spcBef>
                <a:spcPts val="0"/>
              </a:spcBef>
              <a:spcAft>
                <a:spcPts val="0"/>
              </a:spcAft>
              <a:buSzPts val="2200"/>
              <a:buChar char="○"/>
              <a:defRPr/>
            </a:lvl2pPr>
            <a:lvl3pPr marL="1371600" lvl="2" indent="-368300" algn="ctr">
              <a:spcBef>
                <a:spcPts val="0"/>
              </a:spcBef>
              <a:spcAft>
                <a:spcPts val="0"/>
              </a:spcAft>
              <a:buSzPts val="2200"/>
              <a:buChar char="■"/>
              <a:defRPr/>
            </a:lvl3pPr>
            <a:lvl4pPr marL="1828800" lvl="3" indent="-368300" algn="ctr">
              <a:spcBef>
                <a:spcPts val="0"/>
              </a:spcBef>
              <a:spcAft>
                <a:spcPts val="0"/>
              </a:spcAft>
              <a:buSzPts val="2200"/>
              <a:buChar char="●"/>
              <a:defRPr/>
            </a:lvl4pPr>
            <a:lvl5pPr marL="2286000" lvl="4" indent="-368300" algn="ctr">
              <a:spcBef>
                <a:spcPts val="0"/>
              </a:spcBef>
              <a:spcAft>
                <a:spcPts val="0"/>
              </a:spcAft>
              <a:buSzPts val="2200"/>
              <a:buChar char="○"/>
              <a:defRPr/>
            </a:lvl5pPr>
            <a:lvl6pPr marL="2743200" lvl="5" indent="-368300" algn="ctr">
              <a:spcBef>
                <a:spcPts val="0"/>
              </a:spcBef>
              <a:spcAft>
                <a:spcPts val="0"/>
              </a:spcAft>
              <a:buSzPts val="2200"/>
              <a:buChar char="■"/>
              <a:defRPr/>
            </a:lvl6pPr>
            <a:lvl7pPr marL="3200400" lvl="6" indent="-368300" algn="ctr">
              <a:spcBef>
                <a:spcPts val="0"/>
              </a:spcBef>
              <a:spcAft>
                <a:spcPts val="0"/>
              </a:spcAft>
              <a:buSzPts val="2200"/>
              <a:buChar char="●"/>
              <a:defRPr/>
            </a:lvl7pPr>
            <a:lvl8pPr marL="3657600" lvl="7" indent="-368300" algn="ctr">
              <a:spcBef>
                <a:spcPts val="0"/>
              </a:spcBef>
              <a:spcAft>
                <a:spcPts val="0"/>
              </a:spcAft>
              <a:buSzPts val="2200"/>
              <a:buChar char="○"/>
              <a:defRPr/>
            </a:lvl8pPr>
            <a:lvl9pPr marL="4114800" lvl="8" indent="-368300" algn="ctr">
              <a:spcBef>
                <a:spcPts val="0"/>
              </a:spcBef>
              <a:spcAft>
                <a:spcPts val="0"/>
              </a:spcAft>
              <a:buSzPts val="2200"/>
              <a:buChar char="■"/>
              <a:defRPr/>
            </a:lvl9pPr>
          </a:lstStyle>
          <a:p>
            <a:endParaRPr/>
          </a:p>
        </p:txBody>
      </p:sp>
      <p:sp>
        <p:nvSpPr>
          <p:cNvPr id="51" name="Google Shape;51;p11"/>
          <p:cNvSpPr txBox="1">
            <a:spLocks noGrp="1"/>
          </p:cNvSpPr>
          <p:nvPr>
            <p:ph type="sldNum" idx="12"/>
          </p:nvPr>
        </p:nvSpPr>
        <p:spPr>
          <a:xfrm>
            <a:off x="13555933" y="7461147"/>
            <a:ext cx="877800" cy="629700"/>
          </a:xfrm>
          <a:prstGeom prst="rect">
            <a:avLst/>
          </a:prstGeom>
        </p:spPr>
        <p:txBody>
          <a:bodyPr spcFirstLastPara="1" wrap="square" lIns="146275" tIns="146275" rIns="146275" bIns="14627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
        <p:nvSpPr>
          <p:cNvPr id="53" name="Google Shape;53;p12"/>
          <p:cNvSpPr txBox="1">
            <a:spLocks noGrp="1"/>
          </p:cNvSpPr>
          <p:nvPr>
            <p:ph type="sldNum" idx="12"/>
          </p:nvPr>
        </p:nvSpPr>
        <p:spPr>
          <a:xfrm>
            <a:off x="13555933" y="7461147"/>
            <a:ext cx="877800" cy="629700"/>
          </a:xfrm>
          <a:prstGeom prst="rect">
            <a:avLst/>
          </a:prstGeom>
        </p:spPr>
        <p:txBody>
          <a:bodyPr spcFirstLastPara="1" wrap="square" lIns="146275" tIns="146275" rIns="146275" bIns="14627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spTree>
      <p:nvGrpSpPr>
        <p:cNvPr id="1" name="Shape 54"/>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lide 4 master">
  <p:cSld name="Slide 4 master">
    <p:spTree>
      <p:nvGrpSpPr>
        <p:cNvPr id="1" name="Shape 55"/>
        <p:cNvGrpSpPr/>
        <p:nvPr/>
      </p:nvGrpSpPr>
      <p:grpSpPr>
        <a:xfrm>
          <a:off x="0" y="0"/>
          <a:ext cx="0" cy="0"/>
          <a:chOff x="0" y="0"/>
          <a:chExt cx="0" cy="0"/>
        </a:xfrm>
      </p:grpSpPr>
      <p:sp>
        <p:nvSpPr>
          <p:cNvPr id="56" name="Google Shape;56;p14"/>
          <p:cNvSpPr/>
          <p:nvPr/>
        </p:nvSpPr>
        <p:spPr>
          <a:xfrm>
            <a:off x="0" y="0"/>
            <a:ext cx="14630400" cy="8229600"/>
          </a:xfrm>
          <a:prstGeom prst="rect">
            <a:avLst/>
          </a:prstGeom>
          <a:solidFill>
            <a:srgbClr val="ECEC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4"/>
          <p:cNvSpPr/>
          <p:nvPr/>
        </p:nvSpPr>
        <p:spPr>
          <a:xfrm>
            <a:off x="0" y="0"/>
            <a:ext cx="14630400" cy="8229600"/>
          </a:xfrm>
          <a:prstGeom prst="rect">
            <a:avLst/>
          </a:prstGeom>
          <a:solidFill>
            <a:srgbClr val="FFFFFF">
              <a:alpha val="949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8" name="Google Shape;58;p14" descr="preencoded.png">
            <a:hlinkClick r:id="rId2"/>
          </p:cNvPr>
          <p:cNvPicPr preferRelativeResize="0"/>
          <p:nvPr/>
        </p:nvPicPr>
        <p:blipFill rotWithShape="1">
          <a:blip r:embed="rId3">
            <a:alphaModFix/>
          </a:blip>
          <a:srcRect/>
          <a:stretch/>
        </p:blipFill>
        <p:spPr>
          <a:xfrm>
            <a:off x="12839215" y="7749540"/>
            <a:ext cx="1722604" cy="41148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lide 5 master">
  <p:cSld name="Slide 5 master">
    <p:spTree>
      <p:nvGrpSpPr>
        <p:cNvPr id="1" name="Shape 59"/>
        <p:cNvGrpSpPr/>
        <p:nvPr/>
      </p:nvGrpSpPr>
      <p:grpSpPr>
        <a:xfrm>
          <a:off x="0" y="0"/>
          <a:ext cx="0" cy="0"/>
          <a:chOff x="0" y="0"/>
          <a:chExt cx="0" cy="0"/>
        </a:xfrm>
      </p:grpSpPr>
      <p:sp>
        <p:nvSpPr>
          <p:cNvPr id="60" name="Google Shape;60;p15"/>
          <p:cNvSpPr/>
          <p:nvPr/>
        </p:nvSpPr>
        <p:spPr>
          <a:xfrm>
            <a:off x="0" y="0"/>
            <a:ext cx="14630400" cy="8229600"/>
          </a:xfrm>
          <a:prstGeom prst="rect">
            <a:avLst/>
          </a:prstGeom>
          <a:solidFill>
            <a:srgbClr val="ECEC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15"/>
          <p:cNvSpPr/>
          <p:nvPr/>
        </p:nvSpPr>
        <p:spPr>
          <a:xfrm>
            <a:off x="0" y="0"/>
            <a:ext cx="14630400" cy="8229600"/>
          </a:xfrm>
          <a:prstGeom prst="rect">
            <a:avLst/>
          </a:prstGeom>
          <a:solidFill>
            <a:srgbClr val="FFFFFF">
              <a:alpha val="949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2" name="Google Shape;62;p15" descr="preencoded.png">
            <a:hlinkClick r:id="rId2"/>
          </p:cNvPr>
          <p:cNvPicPr preferRelativeResize="0"/>
          <p:nvPr/>
        </p:nvPicPr>
        <p:blipFill rotWithShape="1">
          <a:blip r:embed="rId3">
            <a:alphaModFix/>
          </a:blip>
          <a:srcRect/>
          <a:stretch/>
        </p:blipFill>
        <p:spPr>
          <a:xfrm>
            <a:off x="12839215" y="7749540"/>
            <a:ext cx="1722604" cy="41148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lide 7 master">
  <p:cSld name="Slide 7 master">
    <p:spTree>
      <p:nvGrpSpPr>
        <p:cNvPr id="1" name="Shape 63"/>
        <p:cNvGrpSpPr/>
        <p:nvPr/>
      </p:nvGrpSpPr>
      <p:grpSpPr>
        <a:xfrm>
          <a:off x="0" y="0"/>
          <a:ext cx="0" cy="0"/>
          <a:chOff x="0" y="0"/>
          <a:chExt cx="0" cy="0"/>
        </a:xfrm>
      </p:grpSpPr>
      <p:sp>
        <p:nvSpPr>
          <p:cNvPr id="64" name="Google Shape;64;p16"/>
          <p:cNvSpPr/>
          <p:nvPr/>
        </p:nvSpPr>
        <p:spPr>
          <a:xfrm>
            <a:off x="0" y="0"/>
            <a:ext cx="14630400" cy="8229600"/>
          </a:xfrm>
          <a:prstGeom prst="rect">
            <a:avLst/>
          </a:prstGeom>
          <a:solidFill>
            <a:srgbClr val="ECEC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6"/>
          <p:cNvSpPr/>
          <p:nvPr/>
        </p:nvSpPr>
        <p:spPr>
          <a:xfrm>
            <a:off x="0" y="0"/>
            <a:ext cx="14630400" cy="8229600"/>
          </a:xfrm>
          <a:prstGeom prst="rect">
            <a:avLst/>
          </a:prstGeom>
          <a:solidFill>
            <a:srgbClr val="FFFFFF">
              <a:alpha val="949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6" name="Google Shape;66;p16" descr="preencoded.png">
            <a:hlinkClick r:id="rId2"/>
          </p:cNvPr>
          <p:cNvPicPr preferRelativeResize="0"/>
          <p:nvPr/>
        </p:nvPicPr>
        <p:blipFill rotWithShape="1">
          <a:blip r:embed="rId3">
            <a:alphaModFix/>
          </a:blip>
          <a:srcRect/>
          <a:stretch/>
        </p:blipFill>
        <p:spPr>
          <a:xfrm>
            <a:off x="12839215" y="7749540"/>
            <a:ext cx="1722604" cy="41148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lide 10 master">
  <p:cSld name="Slide 10 master">
    <p:spTree>
      <p:nvGrpSpPr>
        <p:cNvPr id="1" name="Shape 67"/>
        <p:cNvGrpSpPr/>
        <p:nvPr/>
      </p:nvGrpSpPr>
      <p:grpSpPr>
        <a:xfrm>
          <a:off x="0" y="0"/>
          <a:ext cx="0" cy="0"/>
          <a:chOff x="0" y="0"/>
          <a:chExt cx="0" cy="0"/>
        </a:xfrm>
      </p:grpSpPr>
      <p:sp>
        <p:nvSpPr>
          <p:cNvPr id="68" name="Google Shape;68;p17"/>
          <p:cNvSpPr/>
          <p:nvPr/>
        </p:nvSpPr>
        <p:spPr>
          <a:xfrm>
            <a:off x="0" y="0"/>
            <a:ext cx="14630400" cy="8229600"/>
          </a:xfrm>
          <a:prstGeom prst="rect">
            <a:avLst/>
          </a:prstGeom>
          <a:solidFill>
            <a:srgbClr val="ECEC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17"/>
          <p:cNvSpPr/>
          <p:nvPr/>
        </p:nvSpPr>
        <p:spPr>
          <a:xfrm>
            <a:off x="0" y="0"/>
            <a:ext cx="14630400" cy="8229600"/>
          </a:xfrm>
          <a:prstGeom prst="rect">
            <a:avLst/>
          </a:prstGeom>
          <a:solidFill>
            <a:srgbClr val="FFFFFF">
              <a:alpha val="949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0" name="Google Shape;70;p17" descr="preencoded.png">
            <a:hlinkClick r:id="rId2"/>
          </p:cNvPr>
          <p:cNvPicPr preferRelativeResize="0"/>
          <p:nvPr/>
        </p:nvPicPr>
        <p:blipFill rotWithShape="1">
          <a:blip r:embed="rId3">
            <a:alphaModFix/>
          </a:blip>
          <a:srcRect/>
          <a:stretch/>
        </p:blipFill>
        <p:spPr>
          <a:xfrm>
            <a:off x="12839215" y="7749540"/>
            <a:ext cx="1722604" cy="41148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F9F8F5"/>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98720" y="712040"/>
            <a:ext cx="13632900" cy="916200"/>
          </a:xfrm>
          <a:prstGeom prst="rect">
            <a:avLst/>
          </a:prstGeom>
          <a:noFill/>
          <a:ln>
            <a:noFill/>
          </a:ln>
        </p:spPr>
        <p:txBody>
          <a:bodyPr spcFirstLastPara="1" wrap="square" lIns="146275" tIns="146275" rIns="146275" bIns="146275" anchor="t" anchorCtr="0">
            <a:normAutofit/>
          </a:bodyPr>
          <a:lstStyle>
            <a:lvl1pPr lvl="0">
              <a:spcBef>
                <a:spcPts val="0"/>
              </a:spcBef>
              <a:spcAft>
                <a:spcPts val="0"/>
              </a:spcAft>
              <a:buClr>
                <a:schemeClr val="dk1"/>
              </a:buClr>
              <a:buSzPts val="4500"/>
              <a:buNone/>
              <a:defRPr sz="4500">
                <a:solidFill>
                  <a:schemeClr val="dk1"/>
                </a:solidFill>
              </a:defRPr>
            </a:lvl1pPr>
            <a:lvl2pPr lvl="1">
              <a:spcBef>
                <a:spcPts val="0"/>
              </a:spcBef>
              <a:spcAft>
                <a:spcPts val="0"/>
              </a:spcAft>
              <a:buClr>
                <a:schemeClr val="dk1"/>
              </a:buClr>
              <a:buSzPts val="4500"/>
              <a:buNone/>
              <a:defRPr sz="4500">
                <a:solidFill>
                  <a:schemeClr val="dk1"/>
                </a:solidFill>
              </a:defRPr>
            </a:lvl2pPr>
            <a:lvl3pPr lvl="2">
              <a:spcBef>
                <a:spcPts val="0"/>
              </a:spcBef>
              <a:spcAft>
                <a:spcPts val="0"/>
              </a:spcAft>
              <a:buClr>
                <a:schemeClr val="dk1"/>
              </a:buClr>
              <a:buSzPts val="4500"/>
              <a:buNone/>
              <a:defRPr sz="4500">
                <a:solidFill>
                  <a:schemeClr val="dk1"/>
                </a:solidFill>
              </a:defRPr>
            </a:lvl3pPr>
            <a:lvl4pPr lvl="3">
              <a:spcBef>
                <a:spcPts val="0"/>
              </a:spcBef>
              <a:spcAft>
                <a:spcPts val="0"/>
              </a:spcAft>
              <a:buClr>
                <a:schemeClr val="dk1"/>
              </a:buClr>
              <a:buSzPts val="4500"/>
              <a:buNone/>
              <a:defRPr sz="4500">
                <a:solidFill>
                  <a:schemeClr val="dk1"/>
                </a:solidFill>
              </a:defRPr>
            </a:lvl4pPr>
            <a:lvl5pPr lvl="4">
              <a:spcBef>
                <a:spcPts val="0"/>
              </a:spcBef>
              <a:spcAft>
                <a:spcPts val="0"/>
              </a:spcAft>
              <a:buClr>
                <a:schemeClr val="dk1"/>
              </a:buClr>
              <a:buSzPts val="4500"/>
              <a:buNone/>
              <a:defRPr sz="4500">
                <a:solidFill>
                  <a:schemeClr val="dk1"/>
                </a:solidFill>
              </a:defRPr>
            </a:lvl5pPr>
            <a:lvl6pPr lvl="5">
              <a:spcBef>
                <a:spcPts val="0"/>
              </a:spcBef>
              <a:spcAft>
                <a:spcPts val="0"/>
              </a:spcAft>
              <a:buClr>
                <a:schemeClr val="dk1"/>
              </a:buClr>
              <a:buSzPts val="4500"/>
              <a:buNone/>
              <a:defRPr sz="4500">
                <a:solidFill>
                  <a:schemeClr val="dk1"/>
                </a:solidFill>
              </a:defRPr>
            </a:lvl6pPr>
            <a:lvl7pPr lvl="6">
              <a:spcBef>
                <a:spcPts val="0"/>
              </a:spcBef>
              <a:spcAft>
                <a:spcPts val="0"/>
              </a:spcAft>
              <a:buClr>
                <a:schemeClr val="dk1"/>
              </a:buClr>
              <a:buSzPts val="4500"/>
              <a:buNone/>
              <a:defRPr sz="4500">
                <a:solidFill>
                  <a:schemeClr val="dk1"/>
                </a:solidFill>
              </a:defRPr>
            </a:lvl7pPr>
            <a:lvl8pPr lvl="7">
              <a:spcBef>
                <a:spcPts val="0"/>
              </a:spcBef>
              <a:spcAft>
                <a:spcPts val="0"/>
              </a:spcAft>
              <a:buClr>
                <a:schemeClr val="dk1"/>
              </a:buClr>
              <a:buSzPts val="4500"/>
              <a:buNone/>
              <a:defRPr sz="4500">
                <a:solidFill>
                  <a:schemeClr val="dk1"/>
                </a:solidFill>
              </a:defRPr>
            </a:lvl8pPr>
            <a:lvl9pPr lvl="8">
              <a:spcBef>
                <a:spcPts val="0"/>
              </a:spcBef>
              <a:spcAft>
                <a:spcPts val="0"/>
              </a:spcAft>
              <a:buClr>
                <a:schemeClr val="dk1"/>
              </a:buClr>
              <a:buSzPts val="4500"/>
              <a:buNone/>
              <a:defRPr sz="4500">
                <a:solidFill>
                  <a:schemeClr val="dk1"/>
                </a:solidFill>
              </a:defRPr>
            </a:lvl9pPr>
          </a:lstStyle>
          <a:p>
            <a:endParaRPr/>
          </a:p>
        </p:txBody>
      </p:sp>
      <p:sp>
        <p:nvSpPr>
          <p:cNvPr id="11" name="Google Shape;11;p1"/>
          <p:cNvSpPr txBox="1">
            <a:spLocks noGrp="1"/>
          </p:cNvSpPr>
          <p:nvPr>
            <p:ph type="body" idx="1"/>
          </p:nvPr>
        </p:nvSpPr>
        <p:spPr>
          <a:xfrm>
            <a:off x="498720" y="1843960"/>
            <a:ext cx="13632900" cy="5466300"/>
          </a:xfrm>
          <a:prstGeom prst="rect">
            <a:avLst/>
          </a:prstGeom>
          <a:noFill/>
          <a:ln>
            <a:noFill/>
          </a:ln>
        </p:spPr>
        <p:txBody>
          <a:bodyPr spcFirstLastPara="1" wrap="square" lIns="146275" tIns="146275" rIns="146275" bIns="146275" anchor="t" anchorCtr="0">
            <a:normAutofit/>
          </a:bodyPr>
          <a:lstStyle>
            <a:lvl1pPr marL="457200" lvl="0" indent="-412750">
              <a:lnSpc>
                <a:spcPct val="115000"/>
              </a:lnSpc>
              <a:spcBef>
                <a:spcPts val="0"/>
              </a:spcBef>
              <a:spcAft>
                <a:spcPts val="0"/>
              </a:spcAft>
              <a:buClr>
                <a:schemeClr val="dk2"/>
              </a:buClr>
              <a:buSzPts val="2900"/>
              <a:buChar char="●"/>
              <a:defRPr sz="2900">
                <a:solidFill>
                  <a:schemeClr val="dk2"/>
                </a:solidFill>
              </a:defRPr>
            </a:lvl1pPr>
            <a:lvl2pPr marL="914400" lvl="1" indent="-368300">
              <a:lnSpc>
                <a:spcPct val="115000"/>
              </a:lnSpc>
              <a:spcBef>
                <a:spcPts val="0"/>
              </a:spcBef>
              <a:spcAft>
                <a:spcPts val="0"/>
              </a:spcAft>
              <a:buClr>
                <a:schemeClr val="dk2"/>
              </a:buClr>
              <a:buSzPts val="2200"/>
              <a:buChar char="○"/>
              <a:defRPr sz="2200">
                <a:solidFill>
                  <a:schemeClr val="dk2"/>
                </a:solidFill>
              </a:defRPr>
            </a:lvl2pPr>
            <a:lvl3pPr marL="1371600" lvl="2" indent="-368300">
              <a:lnSpc>
                <a:spcPct val="115000"/>
              </a:lnSpc>
              <a:spcBef>
                <a:spcPts val="0"/>
              </a:spcBef>
              <a:spcAft>
                <a:spcPts val="0"/>
              </a:spcAft>
              <a:buClr>
                <a:schemeClr val="dk2"/>
              </a:buClr>
              <a:buSzPts val="2200"/>
              <a:buChar char="■"/>
              <a:defRPr sz="2200">
                <a:solidFill>
                  <a:schemeClr val="dk2"/>
                </a:solidFill>
              </a:defRPr>
            </a:lvl3pPr>
            <a:lvl4pPr marL="1828800" lvl="3" indent="-368300">
              <a:lnSpc>
                <a:spcPct val="115000"/>
              </a:lnSpc>
              <a:spcBef>
                <a:spcPts val="0"/>
              </a:spcBef>
              <a:spcAft>
                <a:spcPts val="0"/>
              </a:spcAft>
              <a:buClr>
                <a:schemeClr val="dk2"/>
              </a:buClr>
              <a:buSzPts val="2200"/>
              <a:buChar char="●"/>
              <a:defRPr sz="2200">
                <a:solidFill>
                  <a:schemeClr val="dk2"/>
                </a:solidFill>
              </a:defRPr>
            </a:lvl4pPr>
            <a:lvl5pPr marL="2286000" lvl="4" indent="-368300">
              <a:lnSpc>
                <a:spcPct val="115000"/>
              </a:lnSpc>
              <a:spcBef>
                <a:spcPts val="0"/>
              </a:spcBef>
              <a:spcAft>
                <a:spcPts val="0"/>
              </a:spcAft>
              <a:buClr>
                <a:schemeClr val="dk2"/>
              </a:buClr>
              <a:buSzPts val="2200"/>
              <a:buChar char="○"/>
              <a:defRPr sz="2200">
                <a:solidFill>
                  <a:schemeClr val="dk2"/>
                </a:solidFill>
              </a:defRPr>
            </a:lvl5pPr>
            <a:lvl6pPr marL="2743200" lvl="5" indent="-368300">
              <a:lnSpc>
                <a:spcPct val="115000"/>
              </a:lnSpc>
              <a:spcBef>
                <a:spcPts val="0"/>
              </a:spcBef>
              <a:spcAft>
                <a:spcPts val="0"/>
              </a:spcAft>
              <a:buClr>
                <a:schemeClr val="dk2"/>
              </a:buClr>
              <a:buSzPts val="2200"/>
              <a:buChar char="■"/>
              <a:defRPr sz="2200">
                <a:solidFill>
                  <a:schemeClr val="dk2"/>
                </a:solidFill>
              </a:defRPr>
            </a:lvl6pPr>
            <a:lvl7pPr marL="3200400" lvl="6" indent="-368300">
              <a:lnSpc>
                <a:spcPct val="115000"/>
              </a:lnSpc>
              <a:spcBef>
                <a:spcPts val="0"/>
              </a:spcBef>
              <a:spcAft>
                <a:spcPts val="0"/>
              </a:spcAft>
              <a:buClr>
                <a:schemeClr val="dk2"/>
              </a:buClr>
              <a:buSzPts val="2200"/>
              <a:buChar char="●"/>
              <a:defRPr sz="2200">
                <a:solidFill>
                  <a:schemeClr val="dk2"/>
                </a:solidFill>
              </a:defRPr>
            </a:lvl7pPr>
            <a:lvl8pPr marL="3657600" lvl="7" indent="-368300">
              <a:lnSpc>
                <a:spcPct val="115000"/>
              </a:lnSpc>
              <a:spcBef>
                <a:spcPts val="0"/>
              </a:spcBef>
              <a:spcAft>
                <a:spcPts val="0"/>
              </a:spcAft>
              <a:buClr>
                <a:schemeClr val="dk2"/>
              </a:buClr>
              <a:buSzPts val="2200"/>
              <a:buChar char="○"/>
              <a:defRPr sz="2200">
                <a:solidFill>
                  <a:schemeClr val="dk2"/>
                </a:solidFill>
              </a:defRPr>
            </a:lvl8pPr>
            <a:lvl9pPr marL="4114800" lvl="8" indent="-368300">
              <a:lnSpc>
                <a:spcPct val="115000"/>
              </a:lnSpc>
              <a:spcBef>
                <a:spcPts val="0"/>
              </a:spcBef>
              <a:spcAft>
                <a:spcPts val="0"/>
              </a:spcAft>
              <a:buClr>
                <a:schemeClr val="dk2"/>
              </a:buClr>
              <a:buSzPts val="2200"/>
              <a:buChar char="■"/>
              <a:defRPr sz="2200">
                <a:solidFill>
                  <a:schemeClr val="dk2"/>
                </a:solidFill>
              </a:defRPr>
            </a:lvl9pPr>
          </a:lstStyle>
          <a:p>
            <a:endParaRPr/>
          </a:p>
        </p:txBody>
      </p:sp>
      <p:sp>
        <p:nvSpPr>
          <p:cNvPr id="12" name="Google Shape;12;p1"/>
          <p:cNvSpPr txBox="1">
            <a:spLocks noGrp="1"/>
          </p:cNvSpPr>
          <p:nvPr>
            <p:ph type="sldNum" idx="12"/>
          </p:nvPr>
        </p:nvSpPr>
        <p:spPr>
          <a:xfrm>
            <a:off x="13555933" y="7461147"/>
            <a:ext cx="877800" cy="629700"/>
          </a:xfrm>
          <a:prstGeom prst="rect">
            <a:avLst/>
          </a:prstGeom>
          <a:noFill/>
          <a:ln>
            <a:noFill/>
          </a:ln>
        </p:spPr>
        <p:txBody>
          <a:bodyPr spcFirstLastPara="1" wrap="square" lIns="146275" tIns="146275" rIns="146275" bIns="146275" anchor="ctr" anchorCtr="0">
            <a:normAutofit/>
          </a:bodyPr>
          <a:lstStyle>
            <a:lvl1pPr lvl="0" algn="r">
              <a:buNone/>
              <a:defRPr sz="1600">
                <a:solidFill>
                  <a:schemeClr val="dk2"/>
                </a:solidFill>
              </a:defRPr>
            </a:lvl1pPr>
            <a:lvl2pPr lvl="1" algn="r">
              <a:buNone/>
              <a:defRPr sz="1600">
                <a:solidFill>
                  <a:schemeClr val="dk2"/>
                </a:solidFill>
              </a:defRPr>
            </a:lvl2pPr>
            <a:lvl3pPr lvl="2" algn="r">
              <a:buNone/>
              <a:defRPr sz="1600">
                <a:solidFill>
                  <a:schemeClr val="dk2"/>
                </a:solidFill>
              </a:defRPr>
            </a:lvl3pPr>
            <a:lvl4pPr lvl="3" algn="r">
              <a:buNone/>
              <a:defRPr sz="1600">
                <a:solidFill>
                  <a:schemeClr val="dk2"/>
                </a:solidFill>
              </a:defRPr>
            </a:lvl4pPr>
            <a:lvl5pPr lvl="4" algn="r">
              <a:buNone/>
              <a:defRPr sz="1600">
                <a:solidFill>
                  <a:schemeClr val="dk2"/>
                </a:solidFill>
              </a:defRPr>
            </a:lvl5pPr>
            <a:lvl6pPr lvl="5" algn="r">
              <a:buNone/>
              <a:defRPr sz="1600">
                <a:solidFill>
                  <a:schemeClr val="dk2"/>
                </a:solidFill>
              </a:defRPr>
            </a:lvl6pPr>
            <a:lvl7pPr lvl="6" algn="r">
              <a:buNone/>
              <a:defRPr sz="1600">
                <a:solidFill>
                  <a:schemeClr val="dk2"/>
                </a:solidFill>
              </a:defRPr>
            </a:lvl7pPr>
            <a:lvl8pPr lvl="7" algn="r">
              <a:buNone/>
              <a:defRPr sz="1600">
                <a:solidFill>
                  <a:schemeClr val="dk2"/>
                </a:solidFill>
              </a:defRPr>
            </a:lvl8pPr>
            <a:lvl9pPr lvl="8" algn="r">
              <a:buNone/>
              <a:defRPr sz="1600">
                <a:solidFill>
                  <a:schemeClr val="dk2"/>
                </a:solidFil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9.jpg"/></Relationships>
</file>

<file path=ppt/slides/_rels/slide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8"/>
          <p:cNvSpPr/>
          <p:nvPr/>
        </p:nvSpPr>
        <p:spPr>
          <a:xfrm>
            <a:off x="793790" y="653296"/>
            <a:ext cx="4217551" cy="527090"/>
          </a:xfrm>
          <a:prstGeom prst="rect">
            <a:avLst/>
          </a:prstGeom>
          <a:noFill/>
          <a:ln>
            <a:noFill/>
          </a:ln>
        </p:spPr>
        <p:txBody>
          <a:bodyPr spcFirstLastPara="1" wrap="square" lIns="0" tIns="0" rIns="0" bIns="0" anchor="t" anchorCtr="0">
            <a:noAutofit/>
          </a:bodyPr>
          <a:lstStyle/>
          <a:p>
            <a:pPr marL="0" marR="0" lvl="0" indent="0" algn="l" rtl="0">
              <a:lnSpc>
                <a:spcPct val="125757"/>
              </a:lnSpc>
              <a:spcBef>
                <a:spcPts val="0"/>
              </a:spcBef>
              <a:spcAft>
                <a:spcPts val="0"/>
              </a:spcAft>
              <a:buClr>
                <a:srgbClr val="161613"/>
              </a:buClr>
              <a:buSzPts val="3300"/>
              <a:buFont typeface="DM Sans"/>
              <a:buNone/>
            </a:pPr>
            <a:r>
              <a:rPr lang="en-US" sz="3300" b="0" i="0" u="none" strike="noStrike" cap="none">
                <a:solidFill>
                  <a:srgbClr val="161613"/>
                </a:solidFill>
                <a:latin typeface="DM Sans"/>
                <a:ea typeface="DM Sans"/>
                <a:cs typeface="DM Sans"/>
                <a:sym typeface="DM Sans"/>
              </a:rPr>
              <a:t>Fixly</a:t>
            </a:r>
            <a:endParaRPr sz="3300" b="0" i="0" u="none" strike="noStrike" cap="none"/>
          </a:p>
        </p:txBody>
      </p:sp>
      <p:sp>
        <p:nvSpPr>
          <p:cNvPr id="77" name="Google Shape;77;p18"/>
          <p:cNvSpPr/>
          <p:nvPr/>
        </p:nvSpPr>
        <p:spPr>
          <a:xfrm>
            <a:off x="793790" y="1517690"/>
            <a:ext cx="13042821" cy="337304"/>
          </a:xfrm>
          <a:prstGeom prst="rect">
            <a:avLst/>
          </a:prstGeom>
          <a:noFill/>
          <a:ln>
            <a:noFill/>
          </a:ln>
        </p:spPr>
        <p:txBody>
          <a:bodyPr spcFirstLastPara="1" wrap="square" lIns="0" tIns="0" rIns="0" bIns="0" anchor="t" anchorCtr="0">
            <a:noAutofit/>
          </a:bodyPr>
          <a:lstStyle/>
          <a:p>
            <a:pPr marL="0" marR="0" lvl="0" indent="0" algn="l" rtl="0">
              <a:lnSpc>
                <a:spcPct val="160606"/>
              </a:lnSpc>
              <a:spcBef>
                <a:spcPts val="0"/>
              </a:spcBef>
              <a:spcAft>
                <a:spcPts val="0"/>
              </a:spcAft>
              <a:buClr>
                <a:srgbClr val="161613"/>
              </a:buClr>
              <a:buSzPts val="1650"/>
              <a:buFont typeface="Inter"/>
              <a:buNone/>
            </a:pPr>
            <a:r>
              <a:rPr lang="en-US" sz="1650" b="0" i="1" u="none" strike="noStrike" cap="none">
                <a:solidFill>
                  <a:srgbClr val="161613"/>
                </a:solidFill>
                <a:latin typeface="Inter"/>
                <a:ea typeface="Inter"/>
                <a:cs typeface="Inter"/>
                <a:sym typeface="Inter"/>
              </a:rPr>
              <a:t>Convenience at Your Doorstep</a:t>
            </a:r>
            <a:endParaRPr sz="1650" b="0" i="0" u="none" strike="noStrike" cap="none"/>
          </a:p>
        </p:txBody>
      </p:sp>
      <p:sp>
        <p:nvSpPr>
          <p:cNvPr id="78" name="Google Shape;78;p18"/>
          <p:cNvSpPr/>
          <p:nvPr/>
        </p:nvSpPr>
        <p:spPr>
          <a:xfrm>
            <a:off x="793790" y="2044779"/>
            <a:ext cx="13042821" cy="539829"/>
          </a:xfrm>
          <a:prstGeom prst="rect">
            <a:avLst/>
          </a:prstGeom>
          <a:noFill/>
          <a:ln>
            <a:noFill/>
          </a:ln>
        </p:spPr>
        <p:txBody>
          <a:bodyPr spcFirstLastPara="1" wrap="square" lIns="0" tIns="0" rIns="0" bIns="0" anchor="t" anchorCtr="0">
            <a:noAutofit/>
          </a:bodyPr>
          <a:lstStyle/>
          <a:p>
            <a:pPr marL="0" marR="0" lvl="0" indent="0" algn="l" rtl="0">
              <a:lnSpc>
                <a:spcPct val="161538"/>
              </a:lnSpc>
              <a:spcBef>
                <a:spcPts val="0"/>
              </a:spcBef>
              <a:spcAft>
                <a:spcPts val="0"/>
              </a:spcAft>
              <a:buClr>
                <a:srgbClr val="161613"/>
              </a:buClr>
              <a:buSzPts val="1300"/>
              <a:buFont typeface="Inter"/>
              <a:buNone/>
            </a:pPr>
            <a:r>
              <a:rPr lang="en-US" sz="1300" b="0" i="0" u="none" strike="noStrike" cap="none">
                <a:solidFill>
                  <a:srgbClr val="161613"/>
                </a:solidFill>
                <a:latin typeface="Inter"/>
                <a:ea typeface="Inter"/>
                <a:cs typeface="Inter"/>
                <a:sym typeface="Inter"/>
              </a:rPr>
              <a:t>A web-based service marketplace connecting customers with skilled professionals for household and commercial needs. Designed for simplicity, efficiency, and trust.</a:t>
            </a:r>
            <a:endParaRPr sz="1300" b="0" i="0" u="none" strike="noStrike" cap="none"/>
          </a:p>
        </p:txBody>
      </p:sp>
      <p:sp>
        <p:nvSpPr>
          <p:cNvPr id="79" name="Google Shape;79;p18"/>
          <p:cNvSpPr/>
          <p:nvPr/>
        </p:nvSpPr>
        <p:spPr>
          <a:xfrm>
            <a:off x="793790" y="2858718"/>
            <a:ext cx="13042821" cy="28694"/>
          </a:xfrm>
          <a:prstGeom prst="rect">
            <a:avLst/>
          </a:prstGeom>
          <a:solidFill>
            <a:srgbClr val="161613">
              <a:alpha val="4980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8"/>
          <p:cNvSpPr/>
          <p:nvPr/>
        </p:nvSpPr>
        <p:spPr>
          <a:xfrm>
            <a:off x="793790" y="3077170"/>
            <a:ext cx="13042821" cy="269915"/>
          </a:xfrm>
          <a:prstGeom prst="rect">
            <a:avLst/>
          </a:prstGeom>
          <a:noFill/>
          <a:ln>
            <a:noFill/>
          </a:ln>
        </p:spPr>
        <p:txBody>
          <a:bodyPr spcFirstLastPara="1" wrap="square" lIns="0" tIns="0" rIns="0" bIns="0" anchor="t" anchorCtr="0">
            <a:noAutofit/>
          </a:bodyPr>
          <a:lstStyle/>
          <a:p>
            <a:pPr marL="0" marR="0" lvl="0" indent="0" algn="l" rtl="0">
              <a:lnSpc>
                <a:spcPct val="161538"/>
              </a:lnSpc>
              <a:spcBef>
                <a:spcPts val="0"/>
              </a:spcBef>
              <a:spcAft>
                <a:spcPts val="0"/>
              </a:spcAft>
              <a:buClr>
                <a:srgbClr val="161613"/>
              </a:buClr>
              <a:buSzPts val="1300"/>
              <a:buFont typeface="Inter"/>
              <a:buNone/>
            </a:pPr>
            <a:r>
              <a:rPr lang="en-US" sz="1300" b="0" i="0" u="none" strike="noStrike" cap="none">
                <a:solidFill>
                  <a:srgbClr val="161613"/>
                </a:solidFill>
                <a:latin typeface="Inter"/>
                <a:ea typeface="Inter"/>
                <a:cs typeface="Inter"/>
                <a:sym typeface="Inter"/>
              </a:rPr>
              <a:t>Group 13 | IT644: Web Services &amp; SOA</a:t>
            </a:r>
            <a:endParaRPr sz="1300" b="0" i="0" u="none" strike="noStrike" cap="none"/>
          </a:p>
        </p:txBody>
      </p:sp>
      <p:sp>
        <p:nvSpPr>
          <p:cNvPr id="81" name="Google Shape;81;p18"/>
          <p:cNvSpPr/>
          <p:nvPr/>
        </p:nvSpPr>
        <p:spPr>
          <a:xfrm>
            <a:off x="793790" y="3536871"/>
            <a:ext cx="13042821" cy="539829"/>
          </a:xfrm>
          <a:prstGeom prst="rect">
            <a:avLst/>
          </a:prstGeom>
          <a:noFill/>
          <a:ln>
            <a:noFill/>
          </a:ln>
        </p:spPr>
        <p:txBody>
          <a:bodyPr spcFirstLastPara="1" wrap="square" lIns="0" tIns="0" rIns="0" bIns="0" anchor="t" anchorCtr="0">
            <a:noAutofit/>
          </a:bodyPr>
          <a:lstStyle/>
          <a:p>
            <a:pPr marL="0" marR="0" lvl="0" indent="0" algn="l" rtl="0">
              <a:lnSpc>
                <a:spcPct val="161538"/>
              </a:lnSpc>
              <a:spcBef>
                <a:spcPts val="0"/>
              </a:spcBef>
              <a:spcAft>
                <a:spcPts val="0"/>
              </a:spcAft>
              <a:buSzPts val="1300"/>
              <a:buFont typeface="Arial"/>
              <a:buNone/>
            </a:pPr>
            <a:endParaRPr sz="1300" b="0" i="0" u="none" strike="noStrike" cap="none"/>
          </a:p>
        </p:txBody>
      </p:sp>
      <p:sp>
        <p:nvSpPr>
          <p:cNvPr id="82" name="Google Shape;82;p18"/>
          <p:cNvSpPr/>
          <p:nvPr/>
        </p:nvSpPr>
        <p:spPr>
          <a:xfrm>
            <a:off x="793790" y="4329708"/>
            <a:ext cx="3373993" cy="421719"/>
          </a:xfrm>
          <a:prstGeom prst="rect">
            <a:avLst/>
          </a:prstGeom>
          <a:noFill/>
          <a:ln>
            <a:noFill/>
          </a:ln>
        </p:spPr>
        <p:txBody>
          <a:bodyPr spcFirstLastPara="1" wrap="square" lIns="0" tIns="0" rIns="0" bIns="0" anchor="t" anchorCtr="0">
            <a:noAutofit/>
          </a:bodyPr>
          <a:lstStyle/>
          <a:p>
            <a:pPr marL="0" marR="0" lvl="0" indent="0" algn="l" rtl="0">
              <a:lnSpc>
                <a:spcPct val="124528"/>
              </a:lnSpc>
              <a:spcBef>
                <a:spcPts val="0"/>
              </a:spcBef>
              <a:spcAft>
                <a:spcPts val="0"/>
              </a:spcAft>
              <a:buClr>
                <a:srgbClr val="161613"/>
              </a:buClr>
              <a:buSzPts val="2650"/>
              <a:buFont typeface="DM Sans"/>
              <a:buNone/>
            </a:pPr>
            <a:r>
              <a:rPr lang="en-US" sz="2650" b="0" i="0" u="none" strike="noStrike" cap="none">
                <a:solidFill>
                  <a:srgbClr val="161613"/>
                </a:solidFill>
                <a:latin typeface="DM Sans"/>
                <a:ea typeface="DM Sans"/>
                <a:cs typeface="DM Sans"/>
                <a:sym typeface="DM Sans"/>
              </a:rPr>
              <a:t>Team Members</a:t>
            </a:r>
            <a:endParaRPr sz="2650" b="0" i="0" u="none" strike="noStrike" cap="none"/>
          </a:p>
        </p:txBody>
      </p:sp>
      <p:sp>
        <p:nvSpPr>
          <p:cNvPr id="83" name="Google Shape;83;p18"/>
          <p:cNvSpPr/>
          <p:nvPr/>
        </p:nvSpPr>
        <p:spPr>
          <a:xfrm>
            <a:off x="793790" y="5004435"/>
            <a:ext cx="13042821" cy="269915"/>
          </a:xfrm>
          <a:prstGeom prst="rect">
            <a:avLst/>
          </a:prstGeom>
          <a:noFill/>
          <a:ln>
            <a:noFill/>
          </a:ln>
        </p:spPr>
        <p:txBody>
          <a:bodyPr spcFirstLastPara="1" wrap="square" lIns="0" tIns="0" rIns="0" bIns="0" anchor="t" anchorCtr="0">
            <a:noAutofit/>
          </a:bodyPr>
          <a:lstStyle/>
          <a:p>
            <a:pPr marL="342900" marR="0" lvl="0" indent="-342900" algn="l" rtl="0">
              <a:lnSpc>
                <a:spcPct val="161538"/>
              </a:lnSpc>
              <a:spcBef>
                <a:spcPts val="0"/>
              </a:spcBef>
              <a:spcAft>
                <a:spcPts val="0"/>
              </a:spcAft>
              <a:buClr>
                <a:srgbClr val="161613"/>
              </a:buClr>
              <a:buSzPts val="1300"/>
              <a:buFont typeface="Inter"/>
              <a:buChar char="•"/>
            </a:pPr>
            <a:r>
              <a:rPr lang="en-US" sz="1300" b="0" i="0" u="none" strike="noStrike" cap="none">
                <a:solidFill>
                  <a:srgbClr val="161613"/>
                </a:solidFill>
                <a:latin typeface="Inter"/>
                <a:ea typeface="Inter"/>
                <a:cs typeface="Inter"/>
                <a:sym typeface="Inter"/>
              </a:rPr>
              <a:t>202412031 - Kachhadiya Smit - Team Lead &amp; Project Manager</a:t>
            </a:r>
            <a:endParaRPr sz="1300" b="0" i="0" u="none" strike="noStrike" cap="none"/>
          </a:p>
        </p:txBody>
      </p:sp>
      <p:sp>
        <p:nvSpPr>
          <p:cNvPr id="84" name="Google Shape;84;p18"/>
          <p:cNvSpPr/>
          <p:nvPr/>
        </p:nvSpPr>
        <p:spPr>
          <a:xfrm>
            <a:off x="793790" y="5333286"/>
            <a:ext cx="13042821" cy="269915"/>
          </a:xfrm>
          <a:prstGeom prst="rect">
            <a:avLst/>
          </a:prstGeom>
          <a:noFill/>
          <a:ln>
            <a:noFill/>
          </a:ln>
        </p:spPr>
        <p:txBody>
          <a:bodyPr spcFirstLastPara="1" wrap="square" lIns="0" tIns="0" rIns="0" bIns="0" anchor="t" anchorCtr="0">
            <a:noAutofit/>
          </a:bodyPr>
          <a:lstStyle/>
          <a:p>
            <a:pPr marL="342900" marR="0" lvl="0" indent="-342900" algn="l" rtl="0">
              <a:lnSpc>
                <a:spcPct val="161538"/>
              </a:lnSpc>
              <a:spcBef>
                <a:spcPts val="0"/>
              </a:spcBef>
              <a:spcAft>
                <a:spcPts val="0"/>
              </a:spcAft>
              <a:buClr>
                <a:srgbClr val="161613"/>
              </a:buClr>
              <a:buSzPts val="1300"/>
              <a:buFont typeface="Inter"/>
              <a:buChar char="•"/>
            </a:pPr>
            <a:r>
              <a:rPr lang="en-US" sz="1300" b="0" i="0" u="none" strike="noStrike" cap="none">
                <a:solidFill>
                  <a:srgbClr val="161613"/>
                </a:solidFill>
                <a:latin typeface="Inter"/>
                <a:ea typeface="Inter"/>
                <a:cs typeface="Inter"/>
                <a:sym typeface="Inter"/>
              </a:rPr>
              <a:t>202412036 - Kathrotiya Harsh - BackEnd Developer &amp; Product Owner</a:t>
            </a:r>
            <a:endParaRPr sz="1300" b="0" i="0" u="none" strike="noStrike" cap="none"/>
          </a:p>
        </p:txBody>
      </p:sp>
      <p:sp>
        <p:nvSpPr>
          <p:cNvPr id="85" name="Google Shape;85;p18"/>
          <p:cNvSpPr/>
          <p:nvPr/>
        </p:nvSpPr>
        <p:spPr>
          <a:xfrm>
            <a:off x="793790" y="5662136"/>
            <a:ext cx="13042821" cy="269915"/>
          </a:xfrm>
          <a:prstGeom prst="rect">
            <a:avLst/>
          </a:prstGeom>
          <a:noFill/>
          <a:ln>
            <a:noFill/>
          </a:ln>
        </p:spPr>
        <p:txBody>
          <a:bodyPr spcFirstLastPara="1" wrap="square" lIns="0" tIns="0" rIns="0" bIns="0" anchor="t" anchorCtr="0">
            <a:noAutofit/>
          </a:bodyPr>
          <a:lstStyle/>
          <a:p>
            <a:pPr marL="342900" marR="0" lvl="0" indent="-342900" algn="l" rtl="0">
              <a:lnSpc>
                <a:spcPct val="161538"/>
              </a:lnSpc>
              <a:spcBef>
                <a:spcPts val="0"/>
              </a:spcBef>
              <a:spcAft>
                <a:spcPts val="0"/>
              </a:spcAft>
              <a:buClr>
                <a:srgbClr val="161613"/>
              </a:buClr>
              <a:buSzPts val="1300"/>
              <a:buFont typeface="Inter"/>
              <a:buChar char="•"/>
            </a:pPr>
            <a:r>
              <a:rPr lang="en-US" sz="1300" b="0" i="0" u="none" strike="noStrike" cap="none">
                <a:solidFill>
                  <a:srgbClr val="161613"/>
                </a:solidFill>
                <a:latin typeface="Inter"/>
                <a:ea typeface="Inter"/>
                <a:cs typeface="Inter"/>
                <a:sym typeface="Inter"/>
              </a:rPr>
              <a:t>202412052 - Navadiya Krishn - Backend Developer</a:t>
            </a:r>
            <a:endParaRPr sz="1300" b="0" i="0" u="none" strike="noStrike" cap="none"/>
          </a:p>
        </p:txBody>
      </p:sp>
      <p:sp>
        <p:nvSpPr>
          <p:cNvPr id="86" name="Google Shape;86;p18"/>
          <p:cNvSpPr/>
          <p:nvPr/>
        </p:nvSpPr>
        <p:spPr>
          <a:xfrm>
            <a:off x="793790" y="5990987"/>
            <a:ext cx="13042821" cy="269915"/>
          </a:xfrm>
          <a:prstGeom prst="rect">
            <a:avLst/>
          </a:prstGeom>
          <a:noFill/>
          <a:ln>
            <a:noFill/>
          </a:ln>
        </p:spPr>
        <p:txBody>
          <a:bodyPr spcFirstLastPara="1" wrap="square" lIns="0" tIns="0" rIns="0" bIns="0" anchor="t" anchorCtr="0">
            <a:noAutofit/>
          </a:bodyPr>
          <a:lstStyle/>
          <a:p>
            <a:pPr marL="342900" marR="0" lvl="0" indent="-342900" algn="l" rtl="0">
              <a:lnSpc>
                <a:spcPct val="161538"/>
              </a:lnSpc>
              <a:spcBef>
                <a:spcPts val="0"/>
              </a:spcBef>
              <a:spcAft>
                <a:spcPts val="0"/>
              </a:spcAft>
              <a:buClr>
                <a:srgbClr val="161613"/>
              </a:buClr>
              <a:buSzPts val="1300"/>
              <a:buFont typeface="Inter"/>
              <a:buChar char="•"/>
            </a:pPr>
            <a:r>
              <a:rPr lang="en-US" sz="1300" b="0" i="0" u="none" strike="noStrike" cap="none">
                <a:solidFill>
                  <a:srgbClr val="161613"/>
                </a:solidFill>
                <a:latin typeface="Inter"/>
                <a:ea typeface="Inter"/>
                <a:cs typeface="Inter"/>
                <a:sym typeface="Inter"/>
              </a:rPr>
              <a:t>202412030 - Kachhadiya Princy - FrontEnd Developer</a:t>
            </a:r>
            <a:endParaRPr sz="1300" b="0" i="0" u="none" strike="noStrike" cap="none"/>
          </a:p>
        </p:txBody>
      </p:sp>
      <p:sp>
        <p:nvSpPr>
          <p:cNvPr id="87" name="Google Shape;87;p18"/>
          <p:cNvSpPr/>
          <p:nvPr/>
        </p:nvSpPr>
        <p:spPr>
          <a:xfrm>
            <a:off x="793790" y="6319838"/>
            <a:ext cx="13042821" cy="269915"/>
          </a:xfrm>
          <a:prstGeom prst="rect">
            <a:avLst/>
          </a:prstGeom>
          <a:noFill/>
          <a:ln>
            <a:noFill/>
          </a:ln>
        </p:spPr>
        <p:txBody>
          <a:bodyPr spcFirstLastPara="1" wrap="square" lIns="0" tIns="0" rIns="0" bIns="0" anchor="t" anchorCtr="0">
            <a:noAutofit/>
          </a:bodyPr>
          <a:lstStyle/>
          <a:p>
            <a:pPr marL="342900" marR="0" lvl="0" indent="-342900" algn="l" rtl="0">
              <a:lnSpc>
                <a:spcPct val="161538"/>
              </a:lnSpc>
              <a:spcBef>
                <a:spcPts val="0"/>
              </a:spcBef>
              <a:spcAft>
                <a:spcPts val="0"/>
              </a:spcAft>
              <a:buClr>
                <a:srgbClr val="161613"/>
              </a:buClr>
              <a:buSzPts val="1300"/>
              <a:buFont typeface="Inter"/>
              <a:buChar char="•"/>
            </a:pPr>
            <a:r>
              <a:rPr lang="en-US" sz="1300" b="0" i="0" u="none" strike="noStrike" cap="none">
                <a:solidFill>
                  <a:srgbClr val="161613"/>
                </a:solidFill>
                <a:latin typeface="Inter"/>
                <a:ea typeface="Inter"/>
                <a:cs typeface="Inter"/>
                <a:sym typeface="Inter"/>
              </a:rPr>
              <a:t>202412043 - Lakkad Vishva - UI/UX Designer &amp; Business Analyst</a:t>
            </a:r>
            <a:endParaRPr sz="1300" b="0" i="0" u="none" strike="noStrike" cap="none"/>
          </a:p>
        </p:txBody>
      </p:sp>
      <p:sp>
        <p:nvSpPr>
          <p:cNvPr id="88" name="Google Shape;88;p18"/>
          <p:cNvSpPr/>
          <p:nvPr/>
        </p:nvSpPr>
        <p:spPr>
          <a:xfrm>
            <a:off x="793790" y="6648688"/>
            <a:ext cx="13042821" cy="269915"/>
          </a:xfrm>
          <a:prstGeom prst="rect">
            <a:avLst/>
          </a:prstGeom>
          <a:noFill/>
          <a:ln>
            <a:noFill/>
          </a:ln>
        </p:spPr>
        <p:txBody>
          <a:bodyPr spcFirstLastPara="1" wrap="square" lIns="0" tIns="0" rIns="0" bIns="0" anchor="t" anchorCtr="0">
            <a:noAutofit/>
          </a:bodyPr>
          <a:lstStyle/>
          <a:p>
            <a:pPr marL="342900" marR="0" lvl="0" indent="-342900" algn="l" rtl="0">
              <a:lnSpc>
                <a:spcPct val="161538"/>
              </a:lnSpc>
              <a:spcBef>
                <a:spcPts val="0"/>
              </a:spcBef>
              <a:spcAft>
                <a:spcPts val="0"/>
              </a:spcAft>
              <a:buClr>
                <a:srgbClr val="161613"/>
              </a:buClr>
              <a:buSzPts val="1300"/>
              <a:buFont typeface="Inter"/>
              <a:buChar char="•"/>
            </a:pPr>
            <a:r>
              <a:rPr lang="en-US" sz="1300" b="0" i="0" u="none" strike="noStrike" cap="none">
                <a:solidFill>
                  <a:srgbClr val="161613"/>
                </a:solidFill>
                <a:latin typeface="Inter"/>
                <a:ea typeface="Inter"/>
                <a:cs typeface="Inter"/>
                <a:sym typeface="Inter"/>
              </a:rPr>
              <a:t>202412044 - Limbachiya Parth - QA Tester &amp; Solution Architecture</a:t>
            </a:r>
            <a:endParaRPr sz="1300" b="0" i="0" u="none" strike="noStrike" cap="none"/>
          </a:p>
        </p:txBody>
      </p:sp>
      <p:sp>
        <p:nvSpPr>
          <p:cNvPr id="89" name="Google Shape;89;p18"/>
          <p:cNvSpPr/>
          <p:nvPr/>
        </p:nvSpPr>
        <p:spPr>
          <a:xfrm>
            <a:off x="793790" y="6977539"/>
            <a:ext cx="13042821" cy="269915"/>
          </a:xfrm>
          <a:prstGeom prst="rect">
            <a:avLst/>
          </a:prstGeom>
          <a:noFill/>
          <a:ln>
            <a:noFill/>
          </a:ln>
        </p:spPr>
        <p:txBody>
          <a:bodyPr spcFirstLastPara="1" wrap="square" lIns="0" tIns="0" rIns="0" bIns="0" anchor="t" anchorCtr="0">
            <a:noAutofit/>
          </a:bodyPr>
          <a:lstStyle/>
          <a:p>
            <a:pPr marL="342900" marR="0" lvl="0" indent="-342900" algn="l" rtl="0">
              <a:lnSpc>
                <a:spcPct val="161538"/>
              </a:lnSpc>
              <a:spcBef>
                <a:spcPts val="0"/>
              </a:spcBef>
              <a:spcAft>
                <a:spcPts val="0"/>
              </a:spcAft>
              <a:buClr>
                <a:srgbClr val="161613"/>
              </a:buClr>
              <a:buSzPts val="1300"/>
              <a:buFont typeface="Inter"/>
              <a:buChar char="•"/>
            </a:pPr>
            <a:r>
              <a:rPr lang="en-US" sz="1300" b="0" i="0" u="none" strike="noStrike" cap="none">
                <a:solidFill>
                  <a:srgbClr val="161613"/>
                </a:solidFill>
                <a:latin typeface="Inter"/>
                <a:ea typeface="Inter"/>
                <a:cs typeface="Inter"/>
                <a:sym typeface="Inter"/>
              </a:rPr>
              <a:t>202412104 - Shekhda Miraj - FrontEnd Developer</a:t>
            </a:r>
            <a:endParaRPr sz="1300" b="0" i="0" u="none" strike="noStrike" cap="none"/>
          </a:p>
        </p:txBody>
      </p:sp>
      <p:sp>
        <p:nvSpPr>
          <p:cNvPr id="90" name="Google Shape;90;p18"/>
          <p:cNvSpPr/>
          <p:nvPr/>
        </p:nvSpPr>
        <p:spPr>
          <a:xfrm>
            <a:off x="793790" y="7306389"/>
            <a:ext cx="13042821" cy="269915"/>
          </a:xfrm>
          <a:prstGeom prst="rect">
            <a:avLst/>
          </a:prstGeom>
          <a:noFill/>
          <a:ln>
            <a:noFill/>
          </a:ln>
        </p:spPr>
        <p:txBody>
          <a:bodyPr spcFirstLastPara="1" wrap="square" lIns="0" tIns="0" rIns="0" bIns="0" anchor="t" anchorCtr="0">
            <a:noAutofit/>
          </a:bodyPr>
          <a:lstStyle/>
          <a:p>
            <a:pPr marL="342900" marR="0" lvl="0" indent="-342900" algn="l" rtl="0">
              <a:lnSpc>
                <a:spcPct val="161538"/>
              </a:lnSpc>
              <a:spcBef>
                <a:spcPts val="0"/>
              </a:spcBef>
              <a:spcAft>
                <a:spcPts val="0"/>
              </a:spcAft>
              <a:buClr>
                <a:srgbClr val="161613"/>
              </a:buClr>
              <a:buSzPts val="1300"/>
              <a:buFont typeface="Inter"/>
              <a:buChar char="•"/>
            </a:pPr>
            <a:r>
              <a:rPr lang="en-US" sz="1300" b="0" i="0" u="none" strike="noStrike" cap="none">
                <a:solidFill>
                  <a:srgbClr val="161613"/>
                </a:solidFill>
                <a:latin typeface="Inter"/>
                <a:ea typeface="Inter"/>
                <a:cs typeface="Inter"/>
                <a:sym typeface="Inter"/>
              </a:rPr>
              <a:t>202412010 - Asodariya Gaurav - Technical Writer</a:t>
            </a:r>
            <a:endParaRPr sz="1300" b="0" i="0" u="none" strike="noStrike" cap="none"/>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pic>
        <p:nvPicPr>
          <p:cNvPr id="96" name="Google Shape;96;p19" descr="preencoded.png"/>
          <p:cNvPicPr preferRelativeResize="0"/>
          <p:nvPr/>
        </p:nvPicPr>
        <p:blipFill rotWithShape="1">
          <a:blip r:embed="rId3">
            <a:alphaModFix/>
          </a:blip>
          <a:srcRect/>
          <a:stretch/>
        </p:blipFill>
        <p:spPr>
          <a:xfrm>
            <a:off x="9144000" y="0"/>
            <a:ext cx="5486400" cy="8229600"/>
          </a:xfrm>
          <a:prstGeom prst="rect">
            <a:avLst/>
          </a:prstGeom>
          <a:noFill/>
          <a:ln>
            <a:noFill/>
          </a:ln>
        </p:spPr>
      </p:pic>
      <p:sp>
        <p:nvSpPr>
          <p:cNvPr id="97" name="Google Shape;97;p19"/>
          <p:cNvSpPr/>
          <p:nvPr/>
        </p:nvSpPr>
        <p:spPr>
          <a:xfrm>
            <a:off x="793790" y="1956554"/>
            <a:ext cx="4961811" cy="620078"/>
          </a:xfrm>
          <a:prstGeom prst="rect">
            <a:avLst/>
          </a:prstGeom>
          <a:noFill/>
          <a:ln>
            <a:noFill/>
          </a:ln>
        </p:spPr>
        <p:txBody>
          <a:bodyPr spcFirstLastPara="1" wrap="square" lIns="0" tIns="0" rIns="0" bIns="0" anchor="t" anchorCtr="0">
            <a:noAutofit/>
          </a:bodyPr>
          <a:lstStyle/>
          <a:p>
            <a:pPr marL="0" marR="0" lvl="0" indent="0" algn="l" rtl="0">
              <a:lnSpc>
                <a:spcPct val="124358"/>
              </a:lnSpc>
              <a:spcBef>
                <a:spcPts val="0"/>
              </a:spcBef>
              <a:spcAft>
                <a:spcPts val="0"/>
              </a:spcAft>
              <a:buClr>
                <a:srgbClr val="161613"/>
              </a:buClr>
              <a:buSzPts val="3900"/>
              <a:buFont typeface="DM Sans"/>
              <a:buNone/>
            </a:pPr>
            <a:r>
              <a:rPr lang="en-US" sz="3900" b="0" i="0" u="none" strike="noStrike" cap="none">
                <a:solidFill>
                  <a:srgbClr val="161613"/>
                </a:solidFill>
                <a:latin typeface="DM Sans"/>
                <a:ea typeface="DM Sans"/>
                <a:cs typeface="DM Sans"/>
                <a:sym typeface="DM Sans"/>
              </a:rPr>
              <a:t>About Fixly</a:t>
            </a:r>
            <a:endParaRPr sz="3900" b="0" i="0" u="none" strike="noStrike" cap="none"/>
          </a:p>
        </p:txBody>
      </p:sp>
      <p:sp>
        <p:nvSpPr>
          <p:cNvPr id="98" name="Google Shape;98;p19"/>
          <p:cNvSpPr/>
          <p:nvPr/>
        </p:nvSpPr>
        <p:spPr>
          <a:xfrm>
            <a:off x="793800" y="2874318"/>
            <a:ext cx="7556400" cy="4724100"/>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61613"/>
              </a:buClr>
              <a:buSzPts val="1550"/>
              <a:buFont typeface="Inter"/>
              <a:buNone/>
            </a:pPr>
            <a:r>
              <a:rPr lang="en-US" sz="1550" b="0" i="0" u="none" strike="noStrike" cap="none">
                <a:solidFill>
                  <a:srgbClr val="161613"/>
                </a:solidFill>
                <a:latin typeface="Inter"/>
                <a:ea typeface="Inter"/>
                <a:cs typeface="Inter"/>
                <a:sym typeface="Inter"/>
              </a:rPr>
              <a:t>Fixly is more than just a service provider platform; it's a bridge connecting customers with skilled professionals for various household and commercial needs. Its intuitive interface simplifies the process of discovering, booking, and managing services. With seamless appointment scheduling and integrated communication features, Fixly aims to make professional services accessible, trustworthy, and hassle-free for everyone.</a:t>
            </a:r>
            <a:endParaRPr sz="1550" b="0" i="0" u="none" strike="noStrike" cap="none">
              <a:solidFill>
                <a:srgbClr val="161613"/>
              </a:solidFill>
              <a:latin typeface="Inter"/>
              <a:ea typeface="Inter"/>
              <a:cs typeface="Inter"/>
              <a:sym typeface="Inter"/>
            </a:endParaRPr>
          </a:p>
          <a:p>
            <a:pPr marL="0" lvl="0" indent="0" algn="l" rtl="0">
              <a:lnSpc>
                <a:spcPct val="161290"/>
              </a:lnSpc>
              <a:spcBef>
                <a:spcPts val="0"/>
              </a:spcBef>
              <a:spcAft>
                <a:spcPts val="0"/>
              </a:spcAft>
              <a:buClr>
                <a:srgbClr val="161613"/>
              </a:buClr>
              <a:buSzPts val="1550"/>
              <a:buFont typeface="Inter"/>
              <a:buNone/>
            </a:pPr>
            <a:r>
              <a:rPr lang="en-US" sz="1550">
                <a:solidFill>
                  <a:srgbClr val="161613"/>
                </a:solidFill>
                <a:latin typeface="Inter"/>
                <a:ea typeface="Inter"/>
                <a:cs typeface="Inter"/>
                <a:sym typeface="Inter"/>
              </a:rPr>
              <a:t>As a web-based platform, Fixly acts as a virtual marketplace, offering key features such as comprehensive service listings, secure transaction processing, real-time communication tools, service analytics, robust customer feedback mechanisms, and an engaging rewards program.</a:t>
            </a:r>
            <a:endParaRPr sz="1550">
              <a:solidFill>
                <a:schemeClr val="dk1"/>
              </a:solidFill>
            </a:endParaRPr>
          </a:p>
          <a:p>
            <a:pPr marL="0" marR="0" lvl="0" indent="0" algn="l" rtl="0">
              <a:lnSpc>
                <a:spcPct val="161290"/>
              </a:lnSpc>
              <a:spcBef>
                <a:spcPts val="0"/>
              </a:spcBef>
              <a:spcAft>
                <a:spcPts val="0"/>
              </a:spcAft>
              <a:buClr>
                <a:srgbClr val="161613"/>
              </a:buClr>
              <a:buSzPts val="1550"/>
              <a:buFont typeface="Inter"/>
              <a:buNone/>
            </a:pPr>
            <a:endParaRPr sz="1550">
              <a:solidFill>
                <a:srgbClr val="161613"/>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0"/>
          <p:cNvSpPr/>
          <p:nvPr/>
        </p:nvSpPr>
        <p:spPr>
          <a:xfrm>
            <a:off x="324065" y="354863"/>
            <a:ext cx="4961700" cy="620100"/>
          </a:xfrm>
          <a:prstGeom prst="rect">
            <a:avLst/>
          </a:prstGeom>
          <a:noFill/>
          <a:ln>
            <a:noFill/>
          </a:ln>
        </p:spPr>
        <p:txBody>
          <a:bodyPr spcFirstLastPara="1" wrap="square" lIns="0" tIns="0" rIns="0" bIns="0" anchor="t" anchorCtr="0">
            <a:noAutofit/>
          </a:bodyPr>
          <a:lstStyle/>
          <a:p>
            <a:pPr marL="0" marR="0" lvl="0" indent="0" algn="l" rtl="0">
              <a:lnSpc>
                <a:spcPct val="124359"/>
              </a:lnSpc>
              <a:spcBef>
                <a:spcPts val="0"/>
              </a:spcBef>
              <a:spcAft>
                <a:spcPts val="0"/>
              </a:spcAft>
              <a:buClr>
                <a:srgbClr val="161613"/>
              </a:buClr>
              <a:buSzPts val="3900"/>
              <a:buFont typeface="DM Sans"/>
              <a:buNone/>
            </a:pPr>
            <a:r>
              <a:rPr lang="en-US" sz="3900">
                <a:solidFill>
                  <a:srgbClr val="161613"/>
                </a:solidFill>
                <a:latin typeface="DM Sans"/>
                <a:ea typeface="DM Sans"/>
                <a:cs typeface="DM Sans"/>
                <a:sym typeface="DM Sans"/>
              </a:rPr>
              <a:t>System Architecture</a:t>
            </a:r>
            <a:endParaRPr sz="3900">
              <a:solidFill>
                <a:srgbClr val="161613"/>
              </a:solidFill>
              <a:latin typeface="DM Sans"/>
              <a:ea typeface="DM Sans"/>
              <a:cs typeface="DM Sans"/>
              <a:sym typeface="DM Sans"/>
            </a:endParaRPr>
          </a:p>
        </p:txBody>
      </p:sp>
      <p:pic>
        <p:nvPicPr>
          <p:cNvPr id="105" name="Google Shape;105;p20"/>
          <p:cNvPicPr preferRelativeResize="0"/>
          <p:nvPr/>
        </p:nvPicPr>
        <p:blipFill>
          <a:blip r:embed="rId3">
            <a:alphaModFix/>
          </a:blip>
          <a:stretch>
            <a:fillRect/>
          </a:stretch>
        </p:blipFill>
        <p:spPr>
          <a:xfrm>
            <a:off x="681575" y="974975"/>
            <a:ext cx="13353662" cy="72546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1"/>
          <p:cNvSpPr/>
          <p:nvPr/>
        </p:nvSpPr>
        <p:spPr>
          <a:xfrm>
            <a:off x="324065" y="354863"/>
            <a:ext cx="4961700" cy="620100"/>
          </a:xfrm>
          <a:prstGeom prst="rect">
            <a:avLst/>
          </a:prstGeom>
          <a:noFill/>
          <a:ln>
            <a:noFill/>
          </a:ln>
        </p:spPr>
        <p:txBody>
          <a:bodyPr spcFirstLastPara="1" wrap="square" lIns="0" tIns="0" rIns="0" bIns="0" anchor="t" anchorCtr="0">
            <a:noAutofit/>
          </a:bodyPr>
          <a:lstStyle/>
          <a:p>
            <a:pPr marL="0" marR="0" lvl="0" indent="0" algn="l" rtl="0">
              <a:lnSpc>
                <a:spcPct val="124358"/>
              </a:lnSpc>
              <a:spcBef>
                <a:spcPts val="0"/>
              </a:spcBef>
              <a:spcAft>
                <a:spcPts val="0"/>
              </a:spcAft>
              <a:buClr>
                <a:srgbClr val="161613"/>
              </a:buClr>
              <a:buSzPts val="3900"/>
              <a:buFont typeface="DM Sans"/>
              <a:buNone/>
            </a:pPr>
            <a:r>
              <a:rPr lang="en-US" sz="3900">
                <a:solidFill>
                  <a:srgbClr val="161613"/>
                </a:solidFill>
                <a:latin typeface="DM Sans"/>
                <a:ea typeface="DM Sans"/>
                <a:cs typeface="DM Sans"/>
                <a:sym typeface="DM Sans"/>
              </a:rPr>
              <a:t>DFD - 0</a:t>
            </a:r>
            <a:endParaRPr sz="3900" b="0" i="0" u="none" strike="noStrike" cap="none"/>
          </a:p>
        </p:txBody>
      </p:sp>
      <p:pic>
        <p:nvPicPr>
          <p:cNvPr id="112" name="Google Shape;112;p21"/>
          <p:cNvPicPr preferRelativeResize="0"/>
          <p:nvPr/>
        </p:nvPicPr>
        <p:blipFill rotWithShape="1">
          <a:blip r:embed="rId3">
            <a:alphaModFix/>
          </a:blip>
          <a:srcRect t="11925"/>
          <a:stretch/>
        </p:blipFill>
        <p:spPr>
          <a:xfrm>
            <a:off x="3010625" y="1262975"/>
            <a:ext cx="9256024" cy="67961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2"/>
          <p:cNvSpPr/>
          <p:nvPr/>
        </p:nvSpPr>
        <p:spPr>
          <a:xfrm>
            <a:off x="324065" y="354863"/>
            <a:ext cx="4961700" cy="620100"/>
          </a:xfrm>
          <a:prstGeom prst="rect">
            <a:avLst/>
          </a:prstGeom>
          <a:noFill/>
          <a:ln>
            <a:noFill/>
          </a:ln>
        </p:spPr>
        <p:txBody>
          <a:bodyPr spcFirstLastPara="1" wrap="square" lIns="0" tIns="0" rIns="0" bIns="0" anchor="t" anchorCtr="0">
            <a:noAutofit/>
          </a:bodyPr>
          <a:lstStyle/>
          <a:p>
            <a:pPr marL="0" marR="0" lvl="0" indent="0" algn="l" rtl="0">
              <a:lnSpc>
                <a:spcPct val="124359"/>
              </a:lnSpc>
              <a:spcBef>
                <a:spcPts val="0"/>
              </a:spcBef>
              <a:spcAft>
                <a:spcPts val="0"/>
              </a:spcAft>
              <a:buClr>
                <a:srgbClr val="161613"/>
              </a:buClr>
              <a:buSzPts val="3900"/>
              <a:buFont typeface="DM Sans"/>
              <a:buNone/>
            </a:pPr>
            <a:r>
              <a:rPr lang="en-US" sz="3900">
                <a:solidFill>
                  <a:srgbClr val="161613"/>
                </a:solidFill>
                <a:latin typeface="DM Sans"/>
                <a:ea typeface="DM Sans"/>
                <a:cs typeface="DM Sans"/>
                <a:sym typeface="DM Sans"/>
              </a:rPr>
              <a:t>DFD - 1</a:t>
            </a:r>
            <a:endParaRPr sz="3900">
              <a:solidFill>
                <a:srgbClr val="161613"/>
              </a:solidFill>
              <a:latin typeface="DM Sans"/>
              <a:ea typeface="DM Sans"/>
              <a:cs typeface="DM Sans"/>
              <a:sym typeface="DM Sans"/>
            </a:endParaRPr>
          </a:p>
        </p:txBody>
      </p:sp>
      <p:pic>
        <p:nvPicPr>
          <p:cNvPr id="119" name="Google Shape;119;p22" title="er_fixly.drawio.png"/>
          <p:cNvPicPr preferRelativeResize="0"/>
          <p:nvPr/>
        </p:nvPicPr>
        <p:blipFill>
          <a:blip r:embed="rId3">
            <a:alphaModFix/>
          </a:blip>
          <a:stretch>
            <a:fillRect/>
          </a:stretch>
        </p:blipFill>
        <p:spPr>
          <a:xfrm>
            <a:off x="152400" y="1010985"/>
            <a:ext cx="14325598" cy="668157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pic>
        <p:nvPicPr>
          <p:cNvPr id="125" name="Google Shape;125;p23"/>
          <p:cNvPicPr preferRelativeResize="0"/>
          <p:nvPr/>
        </p:nvPicPr>
        <p:blipFill>
          <a:blip r:embed="rId3">
            <a:alphaModFix/>
          </a:blip>
          <a:stretch>
            <a:fillRect/>
          </a:stretch>
        </p:blipFill>
        <p:spPr>
          <a:xfrm>
            <a:off x="1794292" y="130525"/>
            <a:ext cx="12978376" cy="7946676"/>
          </a:xfrm>
          <a:prstGeom prst="rect">
            <a:avLst/>
          </a:prstGeom>
          <a:noFill/>
          <a:ln>
            <a:noFill/>
          </a:ln>
        </p:spPr>
      </p:pic>
      <p:sp>
        <p:nvSpPr>
          <p:cNvPr id="126" name="Google Shape;126;p23"/>
          <p:cNvSpPr/>
          <p:nvPr/>
        </p:nvSpPr>
        <p:spPr>
          <a:xfrm>
            <a:off x="112400" y="1025143"/>
            <a:ext cx="4961700" cy="1574700"/>
          </a:xfrm>
          <a:prstGeom prst="rect">
            <a:avLst/>
          </a:prstGeom>
          <a:noFill/>
          <a:ln>
            <a:noFill/>
          </a:ln>
        </p:spPr>
        <p:txBody>
          <a:bodyPr spcFirstLastPara="1" wrap="square" lIns="0" tIns="0" rIns="0" bIns="0" anchor="t" anchorCtr="0">
            <a:noAutofit/>
          </a:bodyPr>
          <a:lstStyle/>
          <a:p>
            <a:pPr marL="0" marR="0" lvl="0" indent="0" algn="l" rtl="0">
              <a:lnSpc>
                <a:spcPct val="124359"/>
              </a:lnSpc>
              <a:spcBef>
                <a:spcPts val="0"/>
              </a:spcBef>
              <a:spcAft>
                <a:spcPts val="0"/>
              </a:spcAft>
              <a:buClr>
                <a:srgbClr val="161613"/>
              </a:buClr>
              <a:buSzPts val="3900"/>
              <a:buFont typeface="DM Sans"/>
              <a:buNone/>
            </a:pPr>
            <a:r>
              <a:rPr lang="en-US" sz="3900">
                <a:solidFill>
                  <a:srgbClr val="161613"/>
                </a:solidFill>
                <a:latin typeface="DM Sans"/>
                <a:ea typeface="DM Sans"/>
                <a:cs typeface="DM Sans"/>
                <a:sym typeface="DM Sans"/>
              </a:rPr>
              <a:t>Class </a:t>
            </a:r>
            <a:endParaRPr sz="3900">
              <a:solidFill>
                <a:srgbClr val="161613"/>
              </a:solidFill>
              <a:latin typeface="DM Sans"/>
              <a:ea typeface="DM Sans"/>
              <a:cs typeface="DM Sans"/>
              <a:sym typeface="DM Sans"/>
            </a:endParaRPr>
          </a:p>
          <a:p>
            <a:pPr marL="0" marR="0" lvl="0" indent="0" algn="l" rtl="0">
              <a:lnSpc>
                <a:spcPct val="124359"/>
              </a:lnSpc>
              <a:spcBef>
                <a:spcPts val="0"/>
              </a:spcBef>
              <a:spcAft>
                <a:spcPts val="0"/>
              </a:spcAft>
              <a:buClr>
                <a:srgbClr val="161613"/>
              </a:buClr>
              <a:buSzPts val="3900"/>
              <a:buFont typeface="DM Sans"/>
              <a:buNone/>
            </a:pPr>
            <a:r>
              <a:rPr lang="en-US" sz="3900">
                <a:solidFill>
                  <a:srgbClr val="161613"/>
                </a:solidFill>
                <a:latin typeface="DM Sans"/>
                <a:ea typeface="DM Sans"/>
                <a:cs typeface="DM Sans"/>
                <a:sym typeface="DM Sans"/>
              </a:rPr>
              <a:t>Diagram</a:t>
            </a:r>
            <a:endParaRPr sz="3900">
              <a:solidFill>
                <a:srgbClr val="161613"/>
              </a:solidFill>
              <a:latin typeface="DM Sans"/>
              <a:ea typeface="DM Sans"/>
              <a:cs typeface="DM Sans"/>
              <a:sym typeface="DM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pic>
        <p:nvPicPr>
          <p:cNvPr id="132" name="Google Shape;132;p24" title="Untitled.png"/>
          <p:cNvPicPr preferRelativeResize="0"/>
          <p:nvPr/>
        </p:nvPicPr>
        <p:blipFill rotWithShape="1">
          <a:blip r:embed="rId3">
            <a:alphaModFix/>
          </a:blip>
          <a:srcRect r="1671" b="5320"/>
          <a:stretch/>
        </p:blipFill>
        <p:spPr>
          <a:xfrm>
            <a:off x="2482600" y="0"/>
            <a:ext cx="12147799" cy="7692227"/>
          </a:xfrm>
          <a:prstGeom prst="rect">
            <a:avLst/>
          </a:prstGeom>
          <a:noFill/>
          <a:ln>
            <a:noFill/>
          </a:ln>
        </p:spPr>
      </p:pic>
      <p:sp>
        <p:nvSpPr>
          <p:cNvPr id="133" name="Google Shape;133;p24"/>
          <p:cNvSpPr/>
          <p:nvPr/>
        </p:nvSpPr>
        <p:spPr>
          <a:xfrm>
            <a:off x="324065" y="354863"/>
            <a:ext cx="4961700" cy="620100"/>
          </a:xfrm>
          <a:prstGeom prst="rect">
            <a:avLst/>
          </a:prstGeom>
          <a:noFill/>
          <a:ln>
            <a:noFill/>
          </a:ln>
        </p:spPr>
        <p:txBody>
          <a:bodyPr spcFirstLastPara="1" wrap="square" lIns="0" tIns="0" rIns="0" bIns="0" anchor="t" anchorCtr="0">
            <a:noAutofit/>
          </a:bodyPr>
          <a:lstStyle/>
          <a:p>
            <a:pPr marL="0" marR="0" lvl="0" indent="0" algn="l" rtl="0">
              <a:lnSpc>
                <a:spcPct val="124359"/>
              </a:lnSpc>
              <a:spcBef>
                <a:spcPts val="0"/>
              </a:spcBef>
              <a:spcAft>
                <a:spcPts val="0"/>
              </a:spcAft>
              <a:buClr>
                <a:srgbClr val="161613"/>
              </a:buClr>
              <a:buSzPts val="3900"/>
              <a:buFont typeface="DM Sans"/>
              <a:buNone/>
            </a:pPr>
            <a:r>
              <a:rPr lang="en-US" sz="3900">
                <a:solidFill>
                  <a:srgbClr val="161613"/>
                </a:solidFill>
                <a:latin typeface="DM Sans"/>
                <a:ea typeface="DM Sans"/>
                <a:cs typeface="DM Sans"/>
                <a:sym typeface="DM Sans"/>
              </a:rPr>
              <a:t>ER Diagram</a:t>
            </a:r>
            <a:endParaRPr sz="3900">
              <a:solidFill>
                <a:srgbClr val="161613"/>
              </a:solidFill>
              <a:latin typeface="DM Sans"/>
              <a:ea typeface="DM Sans"/>
              <a:cs typeface="DM Sans"/>
              <a:sym typeface="DM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5"/>
          <p:cNvSpPr/>
          <p:nvPr/>
        </p:nvSpPr>
        <p:spPr>
          <a:xfrm>
            <a:off x="324065" y="354863"/>
            <a:ext cx="4961700" cy="620100"/>
          </a:xfrm>
          <a:prstGeom prst="rect">
            <a:avLst/>
          </a:prstGeom>
          <a:noFill/>
          <a:ln>
            <a:noFill/>
          </a:ln>
        </p:spPr>
        <p:txBody>
          <a:bodyPr spcFirstLastPara="1" wrap="square" lIns="0" tIns="0" rIns="0" bIns="0" anchor="t" anchorCtr="0">
            <a:noAutofit/>
          </a:bodyPr>
          <a:lstStyle/>
          <a:p>
            <a:pPr marL="0" marR="0" lvl="0" indent="0" algn="l" rtl="0">
              <a:lnSpc>
                <a:spcPct val="124359"/>
              </a:lnSpc>
              <a:spcBef>
                <a:spcPts val="0"/>
              </a:spcBef>
              <a:spcAft>
                <a:spcPts val="0"/>
              </a:spcAft>
              <a:buClr>
                <a:srgbClr val="161613"/>
              </a:buClr>
              <a:buSzPts val="3900"/>
              <a:buFont typeface="DM Sans"/>
              <a:buNone/>
            </a:pPr>
            <a:r>
              <a:rPr lang="en-US" sz="3900">
                <a:solidFill>
                  <a:srgbClr val="161613"/>
                </a:solidFill>
                <a:latin typeface="DM Sans"/>
                <a:ea typeface="DM Sans"/>
                <a:cs typeface="DM Sans"/>
                <a:sym typeface="DM Sans"/>
              </a:rPr>
              <a:t>Sequence Diagrams</a:t>
            </a:r>
            <a:endParaRPr sz="3900">
              <a:solidFill>
                <a:srgbClr val="161613"/>
              </a:solidFill>
              <a:latin typeface="DM Sans"/>
              <a:ea typeface="DM Sans"/>
              <a:cs typeface="DM Sans"/>
              <a:sym typeface="DM Sans"/>
            </a:endParaRPr>
          </a:p>
        </p:txBody>
      </p:sp>
      <p:pic>
        <p:nvPicPr>
          <p:cNvPr id="140" name="Google Shape;140;p25"/>
          <p:cNvPicPr preferRelativeResize="0"/>
          <p:nvPr/>
        </p:nvPicPr>
        <p:blipFill>
          <a:blip r:embed="rId3">
            <a:alphaModFix/>
          </a:blip>
          <a:stretch>
            <a:fillRect/>
          </a:stretch>
        </p:blipFill>
        <p:spPr>
          <a:xfrm>
            <a:off x="1056845" y="1749475"/>
            <a:ext cx="6244574" cy="5623351"/>
          </a:xfrm>
          <a:prstGeom prst="rect">
            <a:avLst/>
          </a:prstGeom>
          <a:noFill/>
          <a:ln>
            <a:noFill/>
          </a:ln>
        </p:spPr>
      </p:pic>
      <p:pic>
        <p:nvPicPr>
          <p:cNvPr id="141" name="Google Shape;141;p25"/>
          <p:cNvPicPr preferRelativeResize="0"/>
          <p:nvPr/>
        </p:nvPicPr>
        <p:blipFill>
          <a:blip r:embed="rId4">
            <a:alphaModFix/>
          </a:blip>
          <a:stretch>
            <a:fillRect/>
          </a:stretch>
        </p:blipFill>
        <p:spPr>
          <a:xfrm>
            <a:off x="8111430" y="1683725"/>
            <a:ext cx="5448977" cy="56890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6"/>
          <p:cNvSpPr/>
          <p:nvPr/>
        </p:nvSpPr>
        <p:spPr>
          <a:xfrm>
            <a:off x="324065" y="354863"/>
            <a:ext cx="4961700" cy="620100"/>
          </a:xfrm>
          <a:prstGeom prst="rect">
            <a:avLst/>
          </a:prstGeom>
          <a:noFill/>
          <a:ln>
            <a:noFill/>
          </a:ln>
        </p:spPr>
        <p:txBody>
          <a:bodyPr spcFirstLastPara="1" wrap="square" lIns="0" tIns="0" rIns="0" bIns="0" anchor="t" anchorCtr="0">
            <a:noAutofit/>
          </a:bodyPr>
          <a:lstStyle/>
          <a:p>
            <a:pPr marL="0" marR="0" lvl="0" indent="0" algn="l" rtl="0">
              <a:lnSpc>
                <a:spcPct val="124359"/>
              </a:lnSpc>
              <a:spcBef>
                <a:spcPts val="0"/>
              </a:spcBef>
              <a:spcAft>
                <a:spcPts val="0"/>
              </a:spcAft>
              <a:buClr>
                <a:srgbClr val="161613"/>
              </a:buClr>
              <a:buSzPts val="3900"/>
              <a:buFont typeface="DM Sans"/>
              <a:buNone/>
            </a:pPr>
            <a:r>
              <a:rPr lang="en-US" sz="3900">
                <a:solidFill>
                  <a:srgbClr val="161613"/>
                </a:solidFill>
                <a:latin typeface="DM Sans"/>
                <a:ea typeface="DM Sans"/>
                <a:cs typeface="DM Sans"/>
                <a:sym typeface="DM Sans"/>
              </a:rPr>
              <a:t>Sequence Diagrams</a:t>
            </a:r>
            <a:endParaRPr sz="3900">
              <a:solidFill>
                <a:srgbClr val="161613"/>
              </a:solidFill>
              <a:latin typeface="DM Sans"/>
              <a:ea typeface="DM Sans"/>
              <a:cs typeface="DM Sans"/>
              <a:sym typeface="DM Sans"/>
            </a:endParaRPr>
          </a:p>
        </p:txBody>
      </p:sp>
      <p:pic>
        <p:nvPicPr>
          <p:cNvPr id="148" name="Google Shape;148;p26"/>
          <p:cNvPicPr preferRelativeResize="0"/>
          <p:nvPr/>
        </p:nvPicPr>
        <p:blipFill>
          <a:blip r:embed="rId3">
            <a:alphaModFix/>
          </a:blip>
          <a:stretch>
            <a:fillRect/>
          </a:stretch>
        </p:blipFill>
        <p:spPr>
          <a:xfrm>
            <a:off x="2658247" y="1181638"/>
            <a:ext cx="10439400" cy="6800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7"/>
          <p:cNvSpPr/>
          <p:nvPr/>
        </p:nvSpPr>
        <p:spPr>
          <a:xfrm>
            <a:off x="793790" y="764262"/>
            <a:ext cx="5359500" cy="567000"/>
          </a:xfrm>
          <a:prstGeom prst="rect">
            <a:avLst/>
          </a:prstGeom>
          <a:noFill/>
          <a:ln>
            <a:noFill/>
          </a:ln>
        </p:spPr>
        <p:txBody>
          <a:bodyPr spcFirstLastPara="1" wrap="square" lIns="0" tIns="0" rIns="0" bIns="0" anchor="t" anchorCtr="0">
            <a:noAutofit/>
          </a:bodyPr>
          <a:lstStyle/>
          <a:p>
            <a:pPr marL="0" marR="0" lvl="0" indent="0" algn="l" rtl="0">
              <a:lnSpc>
                <a:spcPct val="125352"/>
              </a:lnSpc>
              <a:spcBef>
                <a:spcPts val="0"/>
              </a:spcBef>
              <a:spcAft>
                <a:spcPts val="0"/>
              </a:spcAft>
              <a:buClr>
                <a:srgbClr val="1B1B27"/>
              </a:buClr>
              <a:buSzPts val="3550"/>
              <a:buFont typeface="Raleway"/>
              <a:buNone/>
            </a:pPr>
            <a:r>
              <a:rPr lang="en-US" sz="3550" b="0" i="0" u="none" strike="noStrike" cap="none">
                <a:solidFill>
                  <a:srgbClr val="1B1B27"/>
                </a:solidFill>
                <a:latin typeface="Raleway"/>
                <a:ea typeface="Raleway"/>
                <a:cs typeface="Raleway"/>
                <a:sym typeface="Raleway"/>
              </a:rPr>
              <a:t>Factory Method Pattern</a:t>
            </a:r>
            <a:endParaRPr sz="3550" b="0" i="0" u="none" strike="noStrike" cap="none"/>
          </a:p>
        </p:txBody>
      </p:sp>
      <p:sp>
        <p:nvSpPr>
          <p:cNvPr id="155" name="Google Shape;155;p27"/>
          <p:cNvSpPr/>
          <p:nvPr/>
        </p:nvSpPr>
        <p:spPr>
          <a:xfrm>
            <a:off x="793790" y="2125028"/>
            <a:ext cx="6408000" cy="2403300"/>
          </a:xfrm>
          <a:prstGeom prst="roundRect">
            <a:avLst>
              <a:gd name="adj" fmla="val 6087"/>
            </a:avLst>
          </a:prstGeom>
          <a:solidFill>
            <a:srgbClr val="FFFFFF">
              <a:alpha val="949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7"/>
          <p:cNvSpPr/>
          <p:nvPr/>
        </p:nvSpPr>
        <p:spPr>
          <a:xfrm>
            <a:off x="793790" y="2094547"/>
            <a:ext cx="6408000" cy="121800"/>
          </a:xfrm>
          <a:prstGeom prst="roundRect">
            <a:avLst>
              <a:gd name="adj" fmla="val 78139"/>
            </a:avLst>
          </a:pr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7"/>
          <p:cNvSpPr/>
          <p:nvPr/>
        </p:nvSpPr>
        <p:spPr>
          <a:xfrm>
            <a:off x="3657540" y="1784866"/>
            <a:ext cx="680400" cy="680400"/>
          </a:xfrm>
          <a:prstGeom prst="roundRect">
            <a:avLst>
              <a:gd name="adj" fmla="val 134383"/>
            </a:avLst>
          </a:pr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7"/>
          <p:cNvSpPr/>
          <p:nvPr/>
        </p:nvSpPr>
        <p:spPr>
          <a:xfrm>
            <a:off x="1051084" y="2692003"/>
            <a:ext cx="3111000" cy="3543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C3939"/>
              </a:buClr>
              <a:buSzPts val="2200"/>
              <a:buFont typeface="Raleway"/>
              <a:buNone/>
            </a:pPr>
            <a:r>
              <a:rPr lang="en-US" sz="2200" b="0" i="0" u="none" strike="noStrike" cap="none">
                <a:solidFill>
                  <a:srgbClr val="3C3939"/>
                </a:solidFill>
                <a:latin typeface="Raleway"/>
                <a:ea typeface="Raleway"/>
                <a:cs typeface="Raleway"/>
                <a:sym typeface="Raleway"/>
              </a:rPr>
              <a:t>Type: Creational Pattern</a:t>
            </a:r>
            <a:endParaRPr sz="2200" b="0" i="0" u="none" strike="noStrike" cap="none"/>
          </a:p>
        </p:txBody>
      </p:sp>
      <p:sp>
        <p:nvSpPr>
          <p:cNvPr id="159" name="Google Shape;159;p27"/>
          <p:cNvSpPr/>
          <p:nvPr/>
        </p:nvSpPr>
        <p:spPr>
          <a:xfrm>
            <a:off x="1051084" y="3182422"/>
            <a:ext cx="5893500" cy="3630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3C3939"/>
              </a:buClr>
              <a:buSzPts val="1750"/>
              <a:buFont typeface="Roboto"/>
              <a:buNone/>
            </a:pPr>
            <a:r>
              <a:rPr lang="en-US" sz="1750" b="0" i="0" u="none" strike="noStrike" cap="none">
                <a:solidFill>
                  <a:srgbClr val="3C3939"/>
                </a:solidFill>
                <a:latin typeface="Roboto"/>
                <a:ea typeface="Roboto"/>
                <a:cs typeface="Roboto"/>
                <a:sym typeface="Roboto"/>
              </a:rPr>
              <a:t>Used for: Controlled object creation</a:t>
            </a:r>
            <a:endParaRPr sz="1750" b="0" i="0" u="none" strike="noStrike" cap="none"/>
          </a:p>
        </p:txBody>
      </p:sp>
      <p:sp>
        <p:nvSpPr>
          <p:cNvPr id="160" name="Google Shape;160;p27"/>
          <p:cNvSpPr/>
          <p:nvPr/>
        </p:nvSpPr>
        <p:spPr>
          <a:xfrm>
            <a:off x="7428548" y="2125028"/>
            <a:ext cx="6408000" cy="2403300"/>
          </a:xfrm>
          <a:prstGeom prst="roundRect">
            <a:avLst>
              <a:gd name="adj" fmla="val 6087"/>
            </a:avLst>
          </a:prstGeom>
          <a:solidFill>
            <a:srgbClr val="FFFFFF">
              <a:alpha val="949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7"/>
          <p:cNvSpPr/>
          <p:nvPr/>
        </p:nvSpPr>
        <p:spPr>
          <a:xfrm>
            <a:off x="7428548" y="2094547"/>
            <a:ext cx="6408000" cy="121800"/>
          </a:xfrm>
          <a:prstGeom prst="roundRect">
            <a:avLst>
              <a:gd name="adj" fmla="val 78139"/>
            </a:avLst>
          </a:pr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7"/>
          <p:cNvSpPr/>
          <p:nvPr/>
        </p:nvSpPr>
        <p:spPr>
          <a:xfrm>
            <a:off x="10292298" y="1784866"/>
            <a:ext cx="680400" cy="680400"/>
          </a:xfrm>
          <a:prstGeom prst="roundRect">
            <a:avLst>
              <a:gd name="adj" fmla="val 134383"/>
            </a:avLst>
          </a:pr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7"/>
          <p:cNvSpPr/>
          <p:nvPr/>
        </p:nvSpPr>
        <p:spPr>
          <a:xfrm>
            <a:off x="7685842" y="2692003"/>
            <a:ext cx="2835300" cy="3543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C3939"/>
              </a:buClr>
              <a:buSzPts val="2200"/>
              <a:buFont typeface="Raleway"/>
              <a:buNone/>
            </a:pPr>
            <a:r>
              <a:rPr lang="en-US" sz="2200" b="0" i="0" u="none" strike="noStrike" cap="none">
                <a:solidFill>
                  <a:srgbClr val="3C3939"/>
                </a:solidFill>
                <a:latin typeface="Raleway"/>
                <a:ea typeface="Raleway"/>
                <a:cs typeface="Raleway"/>
                <a:sym typeface="Raleway"/>
              </a:rPr>
              <a:t>Where in Fixly</a:t>
            </a:r>
            <a:endParaRPr sz="2200" b="0" i="0" u="none" strike="noStrike" cap="none"/>
          </a:p>
        </p:txBody>
      </p:sp>
      <p:sp>
        <p:nvSpPr>
          <p:cNvPr id="164" name="Google Shape;164;p27"/>
          <p:cNvSpPr/>
          <p:nvPr/>
        </p:nvSpPr>
        <p:spPr>
          <a:xfrm>
            <a:off x="7685842" y="3182422"/>
            <a:ext cx="5893500" cy="10887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3C3939"/>
              </a:buClr>
              <a:buSzPts val="1750"/>
              <a:buFont typeface="Roboto"/>
              <a:buNone/>
            </a:pPr>
            <a:r>
              <a:rPr lang="en-US" sz="1750" b="0" i="0" u="none" strike="noStrike" cap="none">
                <a:solidFill>
                  <a:srgbClr val="3C3939"/>
                </a:solidFill>
                <a:latin typeface="Roboto"/>
                <a:ea typeface="Roboto"/>
                <a:cs typeface="Roboto"/>
                <a:sym typeface="Roboto"/>
              </a:rPr>
              <a:t>When creating different types of users (Customer, ServiceProvider, Admin) under a common USER interface/class.</a:t>
            </a:r>
            <a:endParaRPr sz="1750" b="0" i="0" u="none" strike="noStrike" cap="none"/>
          </a:p>
        </p:txBody>
      </p:sp>
      <p:sp>
        <p:nvSpPr>
          <p:cNvPr id="165" name="Google Shape;165;p27"/>
          <p:cNvSpPr/>
          <p:nvPr/>
        </p:nvSpPr>
        <p:spPr>
          <a:xfrm>
            <a:off x="793790" y="4868585"/>
            <a:ext cx="3402300" cy="425400"/>
          </a:xfrm>
          <a:prstGeom prst="rect">
            <a:avLst/>
          </a:prstGeom>
          <a:noFill/>
          <a:ln>
            <a:noFill/>
          </a:ln>
        </p:spPr>
        <p:txBody>
          <a:bodyPr spcFirstLastPara="1" wrap="square" lIns="0" tIns="0" rIns="0" bIns="0" anchor="t" anchorCtr="0">
            <a:noAutofit/>
          </a:bodyPr>
          <a:lstStyle/>
          <a:p>
            <a:pPr marL="0" marR="0" lvl="0" indent="0" algn="l" rtl="0">
              <a:lnSpc>
                <a:spcPct val="124528"/>
              </a:lnSpc>
              <a:spcBef>
                <a:spcPts val="0"/>
              </a:spcBef>
              <a:spcAft>
                <a:spcPts val="0"/>
              </a:spcAft>
              <a:buClr>
                <a:srgbClr val="1B1B27"/>
              </a:buClr>
              <a:buSzPts val="2650"/>
              <a:buFont typeface="Raleway"/>
              <a:buNone/>
            </a:pPr>
            <a:r>
              <a:rPr lang="en-US" sz="2650" b="0" i="0" u="none" strike="noStrike" cap="none">
                <a:solidFill>
                  <a:srgbClr val="1B1B27"/>
                </a:solidFill>
                <a:latin typeface="Raleway"/>
                <a:ea typeface="Raleway"/>
                <a:cs typeface="Raleway"/>
                <a:sym typeface="Raleway"/>
              </a:rPr>
              <a:t>Example:</a:t>
            </a:r>
            <a:endParaRPr sz="2650" b="0" i="0" u="none" strike="noStrike" cap="none"/>
          </a:p>
        </p:txBody>
      </p:sp>
      <p:sp>
        <p:nvSpPr>
          <p:cNvPr id="166" name="Google Shape;166;p27"/>
          <p:cNvSpPr/>
          <p:nvPr/>
        </p:nvSpPr>
        <p:spPr>
          <a:xfrm>
            <a:off x="793790" y="5634038"/>
            <a:ext cx="13042800" cy="702900"/>
          </a:xfrm>
          <a:prstGeom prst="roundRect">
            <a:avLst>
              <a:gd name="adj" fmla="val 13553"/>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7"/>
          <p:cNvSpPr/>
          <p:nvPr/>
        </p:nvSpPr>
        <p:spPr>
          <a:xfrm>
            <a:off x="782479" y="5634038"/>
            <a:ext cx="13065300" cy="702900"/>
          </a:xfrm>
          <a:prstGeom prst="roundRect">
            <a:avLst>
              <a:gd name="adj" fmla="val 484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7"/>
          <p:cNvSpPr/>
          <p:nvPr/>
        </p:nvSpPr>
        <p:spPr>
          <a:xfrm>
            <a:off x="1009293" y="5804059"/>
            <a:ext cx="12611700" cy="3630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3C3939"/>
              </a:buClr>
              <a:buSzPts val="1750"/>
              <a:buFont typeface="Consolas"/>
              <a:buNone/>
            </a:pPr>
            <a:r>
              <a:rPr lang="en-US" sz="1750" b="0" i="0" u="none" strike="noStrike" cap="none">
                <a:solidFill>
                  <a:srgbClr val="3C3939"/>
                </a:solidFill>
                <a:highlight>
                  <a:srgbClr val="F2F2F2"/>
                </a:highlight>
                <a:latin typeface="Consolas"/>
                <a:ea typeface="Consolas"/>
                <a:cs typeface="Consolas"/>
                <a:sym typeface="Consolas"/>
              </a:rPr>
              <a:t>UserFactory.createUser(userType) → returns ServiceProvider or Customer object</a:t>
            </a:r>
            <a:endParaRPr sz="1750" b="0" i="0" u="none" strike="noStrike" cap="none"/>
          </a:p>
        </p:txBody>
      </p:sp>
      <p:sp>
        <p:nvSpPr>
          <p:cNvPr id="169" name="Google Shape;169;p27"/>
          <p:cNvSpPr/>
          <p:nvPr/>
        </p:nvSpPr>
        <p:spPr>
          <a:xfrm>
            <a:off x="1133951" y="6847284"/>
            <a:ext cx="12702600" cy="3630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3C3939"/>
              </a:buClr>
              <a:buSzPts val="1750"/>
              <a:buFont typeface="Roboto"/>
              <a:buNone/>
            </a:pPr>
            <a:r>
              <a:rPr lang="en-US" sz="1750" b="1" i="0" u="none" strike="noStrike" cap="none">
                <a:solidFill>
                  <a:srgbClr val="3C3939"/>
                </a:solidFill>
                <a:latin typeface="Roboto"/>
                <a:ea typeface="Roboto"/>
                <a:cs typeface="Roboto"/>
                <a:sym typeface="Roboto"/>
              </a:rPr>
              <a:t>Benefit:</a:t>
            </a:r>
            <a:r>
              <a:rPr lang="en-US" sz="1750" b="0" i="0" u="none" strike="noStrike" cap="none">
                <a:solidFill>
                  <a:srgbClr val="3C3939"/>
                </a:solidFill>
                <a:latin typeface="Roboto"/>
                <a:ea typeface="Roboto"/>
                <a:cs typeface="Roboto"/>
                <a:sym typeface="Roboto"/>
              </a:rPr>
              <a:t> Centralizes object creation logic, ensures consistency, and supports extensibility (e.g., adding new user types easily).</a:t>
            </a:r>
            <a:endParaRPr sz="1750" b="0" i="0" u="none" strike="noStrike" cap="none"/>
          </a:p>
        </p:txBody>
      </p:sp>
      <p:sp>
        <p:nvSpPr>
          <p:cNvPr id="170" name="Google Shape;170;p27"/>
          <p:cNvSpPr/>
          <p:nvPr/>
        </p:nvSpPr>
        <p:spPr>
          <a:xfrm>
            <a:off x="793790" y="6592133"/>
            <a:ext cx="30600" cy="873300"/>
          </a:xfrm>
          <a:prstGeom prst="rect">
            <a:avLst/>
          </a:pr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8"/>
          <p:cNvSpPr/>
          <p:nvPr/>
        </p:nvSpPr>
        <p:spPr>
          <a:xfrm>
            <a:off x="793790" y="663416"/>
            <a:ext cx="4309800" cy="538800"/>
          </a:xfrm>
          <a:prstGeom prst="rect">
            <a:avLst/>
          </a:prstGeom>
          <a:noFill/>
          <a:ln>
            <a:noFill/>
          </a:ln>
        </p:spPr>
        <p:txBody>
          <a:bodyPr spcFirstLastPara="1" wrap="square" lIns="0" tIns="0" rIns="0" bIns="0" anchor="t" anchorCtr="0">
            <a:noAutofit/>
          </a:bodyPr>
          <a:lstStyle/>
          <a:p>
            <a:pPr marL="0" marR="0" lvl="0" indent="0" algn="l" rtl="0">
              <a:lnSpc>
                <a:spcPct val="125373"/>
              </a:lnSpc>
              <a:spcBef>
                <a:spcPts val="0"/>
              </a:spcBef>
              <a:spcAft>
                <a:spcPts val="0"/>
              </a:spcAft>
              <a:buClr>
                <a:srgbClr val="1B1B27"/>
              </a:buClr>
              <a:buSzPts val="3350"/>
              <a:buFont typeface="Raleway"/>
              <a:buNone/>
            </a:pPr>
            <a:r>
              <a:rPr lang="en-US" sz="3350" b="0" i="0" u="none" strike="noStrike" cap="none">
                <a:solidFill>
                  <a:srgbClr val="1B1B27"/>
                </a:solidFill>
                <a:latin typeface="Raleway"/>
                <a:ea typeface="Raleway"/>
                <a:cs typeface="Raleway"/>
                <a:sym typeface="Raleway"/>
              </a:rPr>
              <a:t>Observer Pattern</a:t>
            </a:r>
            <a:endParaRPr sz="3350" b="0" i="0" u="none" strike="noStrike" cap="none"/>
          </a:p>
        </p:txBody>
      </p:sp>
      <p:pic>
        <p:nvPicPr>
          <p:cNvPr id="177" name="Google Shape;177;p28" descr="preencoded.png"/>
          <p:cNvPicPr preferRelativeResize="0"/>
          <p:nvPr/>
        </p:nvPicPr>
        <p:blipFill rotWithShape="1">
          <a:blip r:embed="rId3">
            <a:alphaModFix/>
          </a:blip>
          <a:srcRect/>
          <a:stretch/>
        </p:blipFill>
        <p:spPr>
          <a:xfrm>
            <a:off x="793790" y="1633061"/>
            <a:ext cx="6521410" cy="861893"/>
          </a:xfrm>
          <a:prstGeom prst="rect">
            <a:avLst/>
          </a:prstGeom>
          <a:noFill/>
          <a:ln>
            <a:noFill/>
          </a:ln>
        </p:spPr>
      </p:pic>
      <p:sp>
        <p:nvSpPr>
          <p:cNvPr id="178" name="Google Shape;178;p28"/>
          <p:cNvSpPr/>
          <p:nvPr/>
        </p:nvSpPr>
        <p:spPr>
          <a:xfrm>
            <a:off x="1009174" y="2710338"/>
            <a:ext cx="3517106" cy="447227"/>
          </a:xfrm>
          <a:prstGeom prst="rect">
            <a:avLst/>
          </a:prstGeom>
          <a:noFill/>
          <a:ln>
            <a:noFill/>
          </a:ln>
        </p:spPr>
        <p:txBody>
          <a:bodyPr spcFirstLastPara="1" wrap="square" lIns="0" tIns="0" rIns="0" bIns="0" anchor="t" anchorCtr="0">
            <a:noAutofit/>
          </a:bodyPr>
          <a:lstStyle/>
          <a:p>
            <a:pPr marL="0" marR="0" lvl="0" indent="0" algn="l" rtl="0">
              <a:lnSpc>
                <a:spcPct val="126190"/>
              </a:lnSpc>
              <a:spcBef>
                <a:spcPts val="0"/>
              </a:spcBef>
              <a:spcAft>
                <a:spcPts val="0"/>
              </a:spcAft>
              <a:buClr>
                <a:srgbClr val="3C3939"/>
              </a:buClr>
              <a:buSzPts val="2100"/>
              <a:buFont typeface="Raleway"/>
              <a:buNone/>
            </a:pPr>
            <a:r>
              <a:rPr lang="en-US" sz="2100" b="0" i="0" u="none" strike="noStrike" cap="none" dirty="0">
                <a:solidFill>
                  <a:srgbClr val="3C3939"/>
                </a:solidFill>
                <a:latin typeface="Raleway"/>
                <a:ea typeface="Raleway"/>
                <a:cs typeface="Raleway"/>
                <a:sym typeface="Raleway"/>
              </a:rPr>
              <a:t>Type: Behavioral Pattern</a:t>
            </a:r>
            <a:endParaRPr sz="2100" b="0" i="0" u="none" strike="noStrike" cap="none" dirty="0"/>
          </a:p>
        </p:txBody>
      </p:sp>
      <p:sp>
        <p:nvSpPr>
          <p:cNvPr id="179" name="Google Shape;179;p28"/>
          <p:cNvSpPr/>
          <p:nvPr/>
        </p:nvSpPr>
        <p:spPr>
          <a:xfrm>
            <a:off x="1009174" y="3176111"/>
            <a:ext cx="6090600" cy="344700"/>
          </a:xfrm>
          <a:prstGeom prst="rect">
            <a:avLst/>
          </a:prstGeom>
          <a:noFill/>
          <a:ln>
            <a:noFill/>
          </a:ln>
        </p:spPr>
        <p:txBody>
          <a:bodyPr spcFirstLastPara="1" wrap="square" lIns="0" tIns="0" rIns="0" bIns="0" anchor="t" anchorCtr="0">
            <a:noAutofit/>
          </a:bodyPr>
          <a:lstStyle/>
          <a:p>
            <a:pPr marL="0" marR="0" lvl="0" indent="0" algn="l" rtl="0">
              <a:lnSpc>
                <a:spcPct val="163636"/>
              </a:lnSpc>
              <a:spcBef>
                <a:spcPts val="0"/>
              </a:spcBef>
              <a:spcAft>
                <a:spcPts val="0"/>
              </a:spcAft>
              <a:buClr>
                <a:srgbClr val="3C3939"/>
              </a:buClr>
              <a:buSzPts val="1650"/>
              <a:buFont typeface="Roboto"/>
              <a:buNone/>
            </a:pPr>
            <a:r>
              <a:rPr lang="en-US" sz="1650" b="0" i="0" u="none" strike="noStrike" cap="none">
                <a:solidFill>
                  <a:srgbClr val="3C3939"/>
                </a:solidFill>
                <a:latin typeface="Roboto"/>
                <a:ea typeface="Roboto"/>
                <a:cs typeface="Roboto"/>
                <a:sym typeface="Roboto"/>
              </a:rPr>
              <a:t>Used for: Event-driven actions and notifications</a:t>
            </a:r>
            <a:endParaRPr sz="1650" b="0" i="0" u="none" strike="noStrike" cap="none"/>
          </a:p>
        </p:txBody>
      </p:sp>
      <p:pic>
        <p:nvPicPr>
          <p:cNvPr id="180" name="Google Shape;180;p28" descr="preencoded.png"/>
          <p:cNvPicPr preferRelativeResize="0"/>
          <p:nvPr/>
        </p:nvPicPr>
        <p:blipFill rotWithShape="1">
          <a:blip r:embed="rId4">
            <a:alphaModFix/>
          </a:blip>
          <a:srcRect/>
          <a:stretch/>
        </p:blipFill>
        <p:spPr>
          <a:xfrm>
            <a:off x="7315200" y="1633061"/>
            <a:ext cx="6521410" cy="861893"/>
          </a:xfrm>
          <a:prstGeom prst="rect">
            <a:avLst/>
          </a:prstGeom>
          <a:noFill/>
          <a:ln>
            <a:noFill/>
          </a:ln>
        </p:spPr>
      </p:pic>
      <p:sp>
        <p:nvSpPr>
          <p:cNvPr id="181" name="Google Shape;181;p28"/>
          <p:cNvSpPr/>
          <p:nvPr/>
        </p:nvSpPr>
        <p:spPr>
          <a:xfrm>
            <a:off x="7530584" y="2710339"/>
            <a:ext cx="2693700" cy="336600"/>
          </a:xfrm>
          <a:prstGeom prst="rect">
            <a:avLst/>
          </a:prstGeom>
          <a:noFill/>
          <a:ln>
            <a:noFill/>
          </a:ln>
        </p:spPr>
        <p:txBody>
          <a:bodyPr spcFirstLastPara="1" wrap="square" lIns="0" tIns="0" rIns="0" bIns="0" anchor="t" anchorCtr="0">
            <a:noAutofit/>
          </a:bodyPr>
          <a:lstStyle/>
          <a:p>
            <a:pPr marL="0" marR="0" lvl="0" indent="0" algn="l" rtl="0">
              <a:lnSpc>
                <a:spcPct val="126190"/>
              </a:lnSpc>
              <a:spcBef>
                <a:spcPts val="0"/>
              </a:spcBef>
              <a:spcAft>
                <a:spcPts val="0"/>
              </a:spcAft>
              <a:buClr>
                <a:srgbClr val="3C3939"/>
              </a:buClr>
              <a:buSzPts val="2100"/>
              <a:buFont typeface="Raleway"/>
              <a:buNone/>
            </a:pPr>
            <a:r>
              <a:rPr lang="en-US" sz="2100" b="0" i="0" u="none" strike="noStrike" cap="none">
                <a:solidFill>
                  <a:srgbClr val="3C3939"/>
                </a:solidFill>
                <a:latin typeface="Raleway"/>
                <a:ea typeface="Raleway"/>
                <a:cs typeface="Raleway"/>
                <a:sym typeface="Raleway"/>
              </a:rPr>
              <a:t>Where in Fixly</a:t>
            </a:r>
            <a:endParaRPr sz="2100" b="0" i="0" u="none" strike="noStrike" cap="none"/>
          </a:p>
        </p:txBody>
      </p:sp>
      <p:sp>
        <p:nvSpPr>
          <p:cNvPr id="182" name="Google Shape;182;p28"/>
          <p:cNvSpPr/>
          <p:nvPr/>
        </p:nvSpPr>
        <p:spPr>
          <a:xfrm>
            <a:off x="7530584" y="3176111"/>
            <a:ext cx="6090600" cy="1034400"/>
          </a:xfrm>
          <a:prstGeom prst="rect">
            <a:avLst/>
          </a:prstGeom>
          <a:noFill/>
          <a:ln>
            <a:noFill/>
          </a:ln>
        </p:spPr>
        <p:txBody>
          <a:bodyPr spcFirstLastPara="1" wrap="square" lIns="0" tIns="0" rIns="0" bIns="0" anchor="t" anchorCtr="0">
            <a:noAutofit/>
          </a:bodyPr>
          <a:lstStyle/>
          <a:p>
            <a:pPr marL="0" marR="0" lvl="0" indent="0" algn="l" rtl="0">
              <a:lnSpc>
                <a:spcPct val="163636"/>
              </a:lnSpc>
              <a:spcBef>
                <a:spcPts val="0"/>
              </a:spcBef>
              <a:spcAft>
                <a:spcPts val="0"/>
              </a:spcAft>
              <a:buClr>
                <a:srgbClr val="3C3939"/>
              </a:buClr>
              <a:buSzPts val="1650"/>
              <a:buFont typeface="Roboto"/>
              <a:buNone/>
            </a:pPr>
            <a:r>
              <a:rPr lang="en-US" sz="1650" b="0" i="0" u="none" strike="noStrike" cap="none">
                <a:solidFill>
                  <a:srgbClr val="3C3939"/>
                </a:solidFill>
                <a:latin typeface="Roboto"/>
                <a:ea typeface="Roboto"/>
                <a:cs typeface="Roboto"/>
                <a:sym typeface="Roboto"/>
              </a:rPr>
              <a:t>When booking status changes, payment succeeds, or complaint is resolved, multiple modules need to react (e.g., notify customer, update earnings, send email).</a:t>
            </a:r>
            <a:endParaRPr sz="1650" b="0" i="0" u="none" strike="noStrike" cap="none"/>
          </a:p>
        </p:txBody>
      </p:sp>
      <p:sp>
        <p:nvSpPr>
          <p:cNvPr id="183" name="Google Shape;183;p28"/>
          <p:cNvSpPr/>
          <p:nvPr/>
        </p:nvSpPr>
        <p:spPr>
          <a:xfrm>
            <a:off x="793790" y="4749046"/>
            <a:ext cx="3232200" cy="404100"/>
          </a:xfrm>
          <a:prstGeom prst="rect">
            <a:avLst/>
          </a:prstGeom>
          <a:noFill/>
          <a:ln>
            <a:noFill/>
          </a:ln>
        </p:spPr>
        <p:txBody>
          <a:bodyPr spcFirstLastPara="1" wrap="square" lIns="0" tIns="0" rIns="0" bIns="0" anchor="t" anchorCtr="0">
            <a:noAutofit/>
          </a:bodyPr>
          <a:lstStyle/>
          <a:p>
            <a:pPr marL="0" marR="0" lvl="0" indent="0" algn="l" rtl="0">
              <a:lnSpc>
                <a:spcPct val="126000"/>
              </a:lnSpc>
              <a:spcBef>
                <a:spcPts val="0"/>
              </a:spcBef>
              <a:spcAft>
                <a:spcPts val="0"/>
              </a:spcAft>
              <a:buClr>
                <a:srgbClr val="1B1B27"/>
              </a:buClr>
              <a:buSzPts val="2500"/>
              <a:buFont typeface="Raleway"/>
              <a:buNone/>
            </a:pPr>
            <a:r>
              <a:rPr lang="en-US" sz="2500" b="0" i="0" u="none" strike="noStrike" cap="none">
                <a:solidFill>
                  <a:srgbClr val="1B1B27"/>
                </a:solidFill>
                <a:latin typeface="Raleway"/>
                <a:ea typeface="Raleway"/>
                <a:cs typeface="Raleway"/>
                <a:sym typeface="Raleway"/>
              </a:rPr>
              <a:t>Example:</a:t>
            </a:r>
            <a:endParaRPr sz="2500" b="0" i="0" u="none" strike="noStrike" cap="none"/>
          </a:p>
        </p:txBody>
      </p:sp>
      <p:sp>
        <p:nvSpPr>
          <p:cNvPr id="184" name="Google Shape;184;p28"/>
          <p:cNvSpPr/>
          <p:nvPr/>
        </p:nvSpPr>
        <p:spPr>
          <a:xfrm>
            <a:off x="793790" y="5476161"/>
            <a:ext cx="13042800" cy="344700"/>
          </a:xfrm>
          <a:prstGeom prst="rect">
            <a:avLst/>
          </a:prstGeom>
          <a:noFill/>
          <a:ln>
            <a:noFill/>
          </a:ln>
        </p:spPr>
        <p:txBody>
          <a:bodyPr spcFirstLastPara="1" wrap="square" lIns="0" tIns="0" rIns="0" bIns="0" anchor="t" anchorCtr="0">
            <a:noAutofit/>
          </a:bodyPr>
          <a:lstStyle/>
          <a:p>
            <a:pPr marL="0" marR="0" lvl="0" indent="0" algn="l" rtl="0">
              <a:lnSpc>
                <a:spcPct val="163636"/>
              </a:lnSpc>
              <a:spcBef>
                <a:spcPts val="0"/>
              </a:spcBef>
              <a:spcAft>
                <a:spcPts val="0"/>
              </a:spcAft>
              <a:buClr>
                <a:srgbClr val="3C3939"/>
              </a:buClr>
              <a:buSzPts val="1650"/>
              <a:buFont typeface="Roboto"/>
              <a:buNone/>
            </a:pPr>
            <a:r>
              <a:rPr lang="en-US" sz="1650" b="0" i="0" u="none" strike="noStrike" cap="none">
                <a:solidFill>
                  <a:srgbClr val="3C3939"/>
                </a:solidFill>
                <a:latin typeface="Roboto"/>
                <a:ea typeface="Roboto"/>
                <a:cs typeface="Roboto"/>
                <a:sym typeface="Roboto"/>
              </a:rPr>
              <a:t>Subject: Booking</a:t>
            </a:r>
            <a:endParaRPr sz="1650" b="0" i="0" u="none" strike="noStrike" cap="none"/>
          </a:p>
        </p:txBody>
      </p:sp>
      <p:sp>
        <p:nvSpPr>
          <p:cNvPr id="185" name="Google Shape;185;p28"/>
          <p:cNvSpPr/>
          <p:nvPr/>
        </p:nvSpPr>
        <p:spPr>
          <a:xfrm>
            <a:off x="793790" y="6063377"/>
            <a:ext cx="13042800" cy="344700"/>
          </a:xfrm>
          <a:prstGeom prst="rect">
            <a:avLst/>
          </a:prstGeom>
          <a:noFill/>
          <a:ln>
            <a:noFill/>
          </a:ln>
        </p:spPr>
        <p:txBody>
          <a:bodyPr spcFirstLastPara="1" wrap="square" lIns="0" tIns="0" rIns="0" bIns="0" anchor="t" anchorCtr="0">
            <a:noAutofit/>
          </a:bodyPr>
          <a:lstStyle/>
          <a:p>
            <a:pPr marL="0" marR="0" lvl="0" indent="0" algn="l" rtl="0">
              <a:lnSpc>
                <a:spcPct val="163636"/>
              </a:lnSpc>
              <a:spcBef>
                <a:spcPts val="0"/>
              </a:spcBef>
              <a:spcAft>
                <a:spcPts val="0"/>
              </a:spcAft>
              <a:buClr>
                <a:srgbClr val="3C3939"/>
              </a:buClr>
              <a:buSzPts val="1650"/>
              <a:buFont typeface="Roboto"/>
              <a:buNone/>
            </a:pPr>
            <a:r>
              <a:rPr lang="en-US" sz="1650" b="0" i="0" u="none" strike="noStrike" cap="none">
                <a:solidFill>
                  <a:srgbClr val="3C3939"/>
                </a:solidFill>
                <a:latin typeface="Roboto"/>
                <a:ea typeface="Roboto"/>
                <a:cs typeface="Roboto"/>
                <a:sym typeface="Roboto"/>
              </a:rPr>
              <a:t>Observers: Payment, Notification, Commission, AdminDashboard</a:t>
            </a:r>
            <a:endParaRPr sz="1650" b="0" i="0" u="none" strike="noStrike" cap="none"/>
          </a:p>
        </p:txBody>
      </p:sp>
      <p:sp>
        <p:nvSpPr>
          <p:cNvPr id="186" name="Google Shape;186;p28"/>
          <p:cNvSpPr/>
          <p:nvPr/>
        </p:nvSpPr>
        <p:spPr>
          <a:xfrm>
            <a:off x="793790" y="6650593"/>
            <a:ext cx="13042800" cy="915600"/>
          </a:xfrm>
          <a:prstGeom prst="roundRect">
            <a:avLst>
              <a:gd name="adj" fmla="val 9886"/>
            </a:avLst>
          </a:prstGeom>
          <a:solidFill>
            <a:srgbClr val="D2D2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7" name="Google Shape;187;p28" descr="preencoded.png"/>
          <p:cNvPicPr preferRelativeResize="0"/>
          <p:nvPr/>
        </p:nvPicPr>
        <p:blipFill rotWithShape="1">
          <a:blip r:embed="rId5">
            <a:alphaModFix/>
          </a:blip>
          <a:srcRect/>
          <a:stretch/>
        </p:blipFill>
        <p:spPr>
          <a:xfrm>
            <a:off x="1009174" y="6975157"/>
            <a:ext cx="269319" cy="215384"/>
          </a:xfrm>
          <a:prstGeom prst="rect">
            <a:avLst/>
          </a:prstGeom>
          <a:noFill/>
          <a:ln>
            <a:noFill/>
          </a:ln>
        </p:spPr>
      </p:pic>
      <p:sp>
        <p:nvSpPr>
          <p:cNvPr id="188" name="Google Shape;188;p28"/>
          <p:cNvSpPr/>
          <p:nvPr/>
        </p:nvSpPr>
        <p:spPr>
          <a:xfrm>
            <a:off x="1493877" y="6919793"/>
            <a:ext cx="12127200" cy="344700"/>
          </a:xfrm>
          <a:prstGeom prst="rect">
            <a:avLst/>
          </a:prstGeom>
          <a:noFill/>
          <a:ln>
            <a:noFill/>
          </a:ln>
        </p:spPr>
        <p:txBody>
          <a:bodyPr spcFirstLastPara="1" wrap="square" lIns="0" tIns="0" rIns="0" bIns="0" anchor="t" anchorCtr="0">
            <a:noAutofit/>
          </a:bodyPr>
          <a:lstStyle/>
          <a:p>
            <a:pPr marL="0" marR="0" lvl="0" indent="0" algn="l" rtl="0">
              <a:lnSpc>
                <a:spcPct val="163636"/>
              </a:lnSpc>
              <a:spcBef>
                <a:spcPts val="0"/>
              </a:spcBef>
              <a:spcAft>
                <a:spcPts val="0"/>
              </a:spcAft>
              <a:buClr>
                <a:srgbClr val="000000"/>
              </a:buClr>
              <a:buSzPts val="1650"/>
              <a:buFont typeface="Roboto"/>
              <a:buNone/>
            </a:pPr>
            <a:r>
              <a:rPr lang="en-US" sz="1650" b="1" i="0" u="none" strike="noStrike" cap="none">
                <a:solidFill>
                  <a:srgbClr val="000000"/>
                </a:solidFill>
                <a:latin typeface="Roboto"/>
                <a:ea typeface="Roboto"/>
                <a:cs typeface="Roboto"/>
                <a:sym typeface="Roboto"/>
              </a:rPr>
              <a:t>Benefit:</a:t>
            </a:r>
            <a:r>
              <a:rPr lang="en-US" sz="1650" b="0" i="0" u="none" strike="noStrike" cap="none">
                <a:solidFill>
                  <a:srgbClr val="000000"/>
                </a:solidFill>
                <a:latin typeface="Roboto"/>
                <a:ea typeface="Roboto"/>
                <a:cs typeface="Roboto"/>
                <a:sym typeface="Roboto"/>
              </a:rPr>
              <a:t> Promotes loose coupling and real-time updates without tightly linking modules.</a:t>
            </a:r>
            <a:endParaRPr sz="1650" b="0" i="0" u="none" strike="noStrike" cap="none"/>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9"/>
          <p:cNvSpPr/>
          <p:nvPr/>
        </p:nvSpPr>
        <p:spPr>
          <a:xfrm>
            <a:off x="793790" y="877967"/>
            <a:ext cx="4536600" cy="567000"/>
          </a:xfrm>
          <a:prstGeom prst="rect">
            <a:avLst/>
          </a:prstGeom>
          <a:noFill/>
          <a:ln>
            <a:noFill/>
          </a:ln>
        </p:spPr>
        <p:txBody>
          <a:bodyPr spcFirstLastPara="1" wrap="square" lIns="0" tIns="0" rIns="0" bIns="0" anchor="t" anchorCtr="0">
            <a:noAutofit/>
          </a:bodyPr>
          <a:lstStyle/>
          <a:p>
            <a:pPr marL="0" marR="0" lvl="0" indent="0" algn="l" rtl="0">
              <a:lnSpc>
                <a:spcPct val="125352"/>
              </a:lnSpc>
              <a:spcBef>
                <a:spcPts val="0"/>
              </a:spcBef>
              <a:spcAft>
                <a:spcPts val="0"/>
              </a:spcAft>
              <a:buClr>
                <a:srgbClr val="1B1B27"/>
              </a:buClr>
              <a:buSzPts val="3550"/>
              <a:buFont typeface="Raleway"/>
              <a:buNone/>
            </a:pPr>
            <a:r>
              <a:rPr lang="en-US" sz="3550" b="0" i="0" u="none" strike="noStrike" cap="none">
                <a:solidFill>
                  <a:srgbClr val="1B1B27"/>
                </a:solidFill>
                <a:latin typeface="Raleway"/>
                <a:ea typeface="Raleway"/>
                <a:cs typeface="Raleway"/>
                <a:sym typeface="Raleway"/>
              </a:rPr>
              <a:t>Decorator Pattern</a:t>
            </a:r>
            <a:endParaRPr sz="3550" b="0" i="0" u="none" strike="noStrike" cap="none"/>
          </a:p>
        </p:txBody>
      </p:sp>
      <p:sp>
        <p:nvSpPr>
          <p:cNvPr id="195" name="Google Shape;195;p29"/>
          <p:cNvSpPr/>
          <p:nvPr/>
        </p:nvSpPr>
        <p:spPr>
          <a:xfrm>
            <a:off x="793790" y="1898571"/>
            <a:ext cx="13042800" cy="1368000"/>
          </a:xfrm>
          <a:prstGeom prst="roundRect">
            <a:avLst>
              <a:gd name="adj" fmla="val 6964"/>
            </a:avLst>
          </a:prstGeom>
          <a:solidFill>
            <a:srgbClr val="FFFFFF">
              <a:alpha val="94900"/>
            </a:srgbClr>
          </a:solidFill>
          <a:ln w="30475" cap="flat" cmpd="sng">
            <a:solidFill>
              <a:srgbClr val="C7C7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9"/>
          <p:cNvSpPr/>
          <p:nvPr/>
        </p:nvSpPr>
        <p:spPr>
          <a:xfrm>
            <a:off x="1051084" y="2155865"/>
            <a:ext cx="3061500" cy="3543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C3939"/>
              </a:buClr>
              <a:buSzPts val="2200"/>
              <a:buFont typeface="Raleway"/>
              <a:buNone/>
            </a:pPr>
            <a:r>
              <a:rPr lang="en-US" sz="2200" b="0" i="0" u="none" strike="noStrike" cap="none">
                <a:solidFill>
                  <a:srgbClr val="3C3939"/>
                </a:solidFill>
                <a:latin typeface="Raleway"/>
                <a:ea typeface="Raleway"/>
                <a:cs typeface="Raleway"/>
                <a:sym typeface="Raleway"/>
              </a:rPr>
              <a:t>Type: Structural Pattern</a:t>
            </a:r>
            <a:endParaRPr sz="2200" b="0" i="0" u="none" strike="noStrike" cap="none"/>
          </a:p>
        </p:txBody>
      </p:sp>
      <p:sp>
        <p:nvSpPr>
          <p:cNvPr id="197" name="Google Shape;197;p29"/>
          <p:cNvSpPr/>
          <p:nvPr/>
        </p:nvSpPr>
        <p:spPr>
          <a:xfrm>
            <a:off x="1051084" y="2646283"/>
            <a:ext cx="12528300" cy="3630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3C3939"/>
              </a:buClr>
              <a:buSzPts val="1750"/>
              <a:buFont typeface="Roboto"/>
              <a:buNone/>
            </a:pPr>
            <a:r>
              <a:rPr lang="en-US" sz="1750" b="0" i="0" u="none" strike="noStrike" cap="none">
                <a:solidFill>
                  <a:srgbClr val="3C3939"/>
                </a:solidFill>
                <a:latin typeface="Roboto"/>
                <a:ea typeface="Roboto"/>
                <a:cs typeface="Roboto"/>
                <a:sym typeface="Roboto"/>
              </a:rPr>
              <a:t>Used for: Extending service listings or user profiles dynamically</a:t>
            </a:r>
            <a:endParaRPr sz="1750" b="0" i="0" u="none" strike="noStrike" cap="none"/>
          </a:p>
        </p:txBody>
      </p:sp>
      <p:sp>
        <p:nvSpPr>
          <p:cNvPr id="198" name="Google Shape;198;p29"/>
          <p:cNvSpPr/>
          <p:nvPr/>
        </p:nvSpPr>
        <p:spPr>
          <a:xfrm>
            <a:off x="793790" y="3606641"/>
            <a:ext cx="3402300" cy="425400"/>
          </a:xfrm>
          <a:prstGeom prst="rect">
            <a:avLst/>
          </a:prstGeom>
          <a:noFill/>
          <a:ln>
            <a:noFill/>
          </a:ln>
        </p:spPr>
        <p:txBody>
          <a:bodyPr spcFirstLastPara="1" wrap="square" lIns="0" tIns="0" rIns="0" bIns="0" anchor="t" anchorCtr="0">
            <a:noAutofit/>
          </a:bodyPr>
          <a:lstStyle/>
          <a:p>
            <a:pPr marL="0" marR="0" lvl="0" indent="0" algn="l" rtl="0">
              <a:lnSpc>
                <a:spcPct val="124528"/>
              </a:lnSpc>
              <a:spcBef>
                <a:spcPts val="0"/>
              </a:spcBef>
              <a:spcAft>
                <a:spcPts val="0"/>
              </a:spcAft>
              <a:buClr>
                <a:srgbClr val="1B1B27"/>
              </a:buClr>
              <a:buSzPts val="2650"/>
              <a:buFont typeface="Raleway"/>
              <a:buNone/>
            </a:pPr>
            <a:r>
              <a:rPr lang="en-US" sz="2650" b="0" i="0" u="none" strike="noStrike" cap="none">
                <a:solidFill>
                  <a:srgbClr val="1B1B27"/>
                </a:solidFill>
                <a:latin typeface="Raleway"/>
                <a:ea typeface="Raleway"/>
                <a:cs typeface="Raleway"/>
                <a:sym typeface="Raleway"/>
              </a:rPr>
              <a:t>Where in Fixly:</a:t>
            </a:r>
            <a:endParaRPr sz="2650" b="0" i="0" u="none" strike="noStrike" cap="none"/>
          </a:p>
        </p:txBody>
      </p:sp>
      <p:sp>
        <p:nvSpPr>
          <p:cNvPr id="199" name="Google Shape;199;p29"/>
          <p:cNvSpPr/>
          <p:nvPr/>
        </p:nvSpPr>
        <p:spPr>
          <a:xfrm>
            <a:off x="793790" y="4372094"/>
            <a:ext cx="13042800" cy="3630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3C3939"/>
              </a:buClr>
              <a:buSzPts val="1750"/>
              <a:buFont typeface="Roboto"/>
              <a:buNone/>
            </a:pPr>
            <a:r>
              <a:rPr lang="en-US" sz="1750" b="0" i="0" u="none" strike="noStrike" cap="none">
                <a:solidFill>
                  <a:srgbClr val="3C3939"/>
                </a:solidFill>
                <a:latin typeface="Roboto"/>
                <a:ea typeface="Roboto"/>
                <a:cs typeface="Roboto"/>
                <a:sym typeface="Roboto"/>
              </a:rPr>
              <a:t>When adding premium features to a service provider or highlighted listings in the marketplace.</a:t>
            </a:r>
            <a:endParaRPr sz="1750" b="0" i="0" u="none" strike="noStrike" cap="none"/>
          </a:p>
        </p:txBody>
      </p:sp>
      <p:sp>
        <p:nvSpPr>
          <p:cNvPr id="200" name="Google Shape;200;p29"/>
          <p:cNvSpPr/>
          <p:nvPr/>
        </p:nvSpPr>
        <p:spPr>
          <a:xfrm>
            <a:off x="793790" y="5075158"/>
            <a:ext cx="2835300" cy="3543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1B1B27"/>
              </a:buClr>
              <a:buSzPts val="2200"/>
              <a:buFont typeface="Raleway"/>
              <a:buNone/>
            </a:pPr>
            <a:r>
              <a:rPr lang="en-US" sz="2200" b="0" i="0" u="none" strike="noStrike" cap="none">
                <a:solidFill>
                  <a:srgbClr val="1B1B27"/>
                </a:solidFill>
                <a:latin typeface="Raleway"/>
                <a:ea typeface="Raleway"/>
                <a:cs typeface="Raleway"/>
                <a:sym typeface="Raleway"/>
              </a:rPr>
              <a:t>Example:</a:t>
            </a:r>
            <a:endParaRPr sz="2200" b="0" i="0" u="none" strike="noStrike" cap="none"/>
          </a:p>
        </p:txBody>
      </p:sp>
      <p:sp>
        <p:nvSpPr>
          <p:cNvPr id="201" name="Google Shape;201;p29"/>
          <p:cNvSpPr/>
          <p:nvPr/>
        </p:nvSpPr>
        <p:spPr>
          <a:xfrm>
            <a:off x="793790" y="5769650"/>
            <a:ext cx="13042800" cy="3630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3C3939"/>
              </a:buClr>
              <a:buSzPts val="1750"/>
              <a:buFont typeface="Roboto"/>
              <a:buNone/>
            </a:pPr>
            <a:r>
              <a:rPr lang="en-US" sz="1750" b="0" i="0" u="none" strike="noStrike" cap="none">
                <a:solidFill>
                  <a:srgbClr val="3C3939"/>
                </a:solidFill>
                <a:latin typeface="Roboto"/>
                <a:ea typeface="Roboto"/>
                <a:cs typeface="Roboto"/>
                <a:sym typeface="Roboto"/>
              </a:rPr>
              <a:t>Base service listing → can be decorated with “Featured”, “Discounted”, or “Urgent” tags.</a:t>
            </a:r>
            <a:endParaRPr sz="1750" b="0" i="0" u="none" strike="noStrike" cap="none"/>
          </a:p>
        </p:txBody>
      </p:sp>
      <p:sp>
        <p:nvSpPr>
          <p:cNvPr id="202" name="Google Shape;202;p29"/>
          <p:cNvSpPr/>
          <p:nvPr/>
        </p:nvSpPr>
        <p:spPr>
          <a:xfrm>
            <a:off x="793790" y="6387703"/>
            <a:ext cx="13042800" cy="963900"/>
          </a:xfrm>
          <a:prstGeom prst="roundRect">
            <a:avLst>
              <a:gd name="adj" fmla="val 9884"/>
            </a:avLst>
          </a:prstGeom>
          <a:solidFill>
            <a:srgbClr val="D2D2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3" name="Google Shape;203;p29" descr="preencoded.png"/>
          <p:cNvPicPr preferRelativeResize="0"/>
          <p:nvPr/>
        </p:nvPicPr>
        <p:blipFill rotWithShape="1">
          <a:blip r:embed="rId3">
            <a:alphaModFix/>
          </a:blip>
          <a:srcRect/>
          <a:stretch/>
        </p:blipFill>
        <p:spPr>
          <a:xfrm>
            <a:off x="1020604" y="6731794"/>
            <a:ext cx="283488" cy="226814"/>
          </a:xfrm>
          <a:prstGeom prst="rect">
            <a:avLst/>
          </a:prstGeom>
          <a:noFill/>
          <a:ln>
            <a:noFill/>
          </a:ln>
        </p:spPr>
      </p:pic>
      <p:sp>
        <p:nvSpPr>
          <p:cNvPr id="204" name="Google Shape;204;p29"/>
          <p:cNvSpPr/>
          <p:nvPr/>
        </p:nvSpPr>
        <p:spPr>
          <a:xfrm>
            <a:off x="1530906" y="6671191"/>
            <a:ext cx="12078900" cy="3630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000000"/>
              </a:buClr>
              <a:buSzPts val="1750"/>
              <a:buFont typeface="Roboto"/>
              <a:buNone/>
            </a:pPr>
            <a:r>
              <a:rPr lang="en-US" sz="1750" b="1" i="0" u="none" strike="noStrike" cap="none">
                <a:solidFill>
                  <a:srgbClr val="000000"/>
                </a:solidFill>
                <a:latin typeface="Roboto"/>
                <a:ea typeface="Roboto"/>
                <a:cs typeface="Roboto"/>
                <a:sym typeface="Roboto"/>
              </a:rPr>
              <a:t>Benefit:</a:t>
            </a:r>
            <a:r>
              <a:rPr lang="en-US" sz="1750" b="0" i="0" u="none" strike="noStrike" cap="none">
                <a:solidFill>
                  <a:srgbClr val="000000"/>
                </a:solidFill>
                <a:latin typeface="Roboto"/>
                <a:ea typeface="Roboto"/>
                <a:cs typeface="Roboto"/>
                <a:sym typeface="Roboto"/>
              </a:rPr>
              <a:t> Enhances objects dynamically without altering their core structure.</a:t>
            </a:r>
            <a:endParaRPr sz="1750" b="0" i="0" u="none" strike="noStrike" cap="none"/>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0"/>
          <p:cNvSpPr/>
          <p:nvPr/>
        </p:nvSpPr>
        <p:spPr>
          <a:xfrm>
            <a:off x="793800" y="1470250"/>
            <a:ext cx="5065800" cy="567000"/>
          </a:xfrm>
          <a:prstGeom prst="rect">
            <a:avLst/>
          </a:prstGeom>
          <a:noFill/>
          <a:ln>
            <a:noFill/>
          </a:ln>
        </p:spPr>
        <p:txBody>
          <a:bodyPr spcFirstLastPara="1" wrap="square" lIns="0" tIns="0" rIns="0" bIns="0" anchor="t" anchorCtr="0">
            <a:noAutofit/>
          </a:bodyPr>
          <a:lstStyle/>
          <a:p>
            <a:pPr marL="0" marR="0" lvl="0" indent="0" algn="l" rtl="0">
              <a:lnSpc>
                <a:spcPct val="124528"/>
              </a:lnSpc>
              <a:spcBef>
                <a:spcPts val="0"/>
              </a:spcBef>
              <a:spcAft>
                <a:spcPts val="0"/>
              </a:spcAft>
              <a:buClr>
                <a:srgbClr val="1B1B27"/>
              </a:buClr>
              <a:buSzPts val="2650"/>
              <a:buFont typeface="Raleway"/>
              <a:buNone/>
            </a:pPr>
            <a:r>
              <a:rPr lang="en-US" sz="3450" b="0" i="0" u="none" strike="noStrike" cap="none">
                <a:solidFill>
                  <a:srgbClr val="1B1B27"/>
                </a:solidFill>
                <a:latin typeface="Raleway"/>
                <a:ea typeface="Raleway"/>
                <a:cs typeface="Raleway"/>
                <a:sym typeface="Raleway"/>
              </a:rPr>
              <a:t>Composite Pattern</a:t>
            </a:r>
            <a:endParaRPr sz="3450" b="0" i="0" u="none" strike="noStrike" cap="none"/>
          </a:p>
        </p:txBody>
      </p:sp>
      <p:sp>
        <p:nvSpPr>
          <p:cNvPr id="211" name="Google Shape;211;p30"/>
          <p:cNvSpPr/>
          <p:nvPr/>
        </p:nvSpPr>
        <p:spPr>
          <a:xfrm>
            <a:off x="793790" y="2255100"/>
            <a:ext cx="6244800" cy="3630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1B1B27"/>
              </a:buClr>
              <a:buSzPts val="1750"/>
              <a:buFont typeface="Roboto"/>
              <a:buNone/>
            </a:pPr>
            <a:r>
              <a:rPr lang="en-US" sz="1750" b="0" i="0" u="none" strike="noStrike" cap="none">
                <a:solidFill>
                  <a:srgbClr val="1B1B27"/>
                </a:solidFill>
                <a:latin typeface="Roboto"/>
                <a:ea typeface="Roboto"/>
                <a:cs typeface="Roboto"/>
                <a:sym typeface="Roboto"/>
              </a:rPr>
              <a:t>Type: Structural Pattern</a:t>
            </a:r>
            <a:endParaRPr sz="1750" b="0" i="0" u="none" strike="noStrike" cap="none"/>
          </a:p>
        </p:txBody>
      </p:sp>
      <p:sp>
        <p:nvSpPr>
          <p:cNvPr id="212" name="Google Shape;212;p30"/>
          <p:cNvSpPr/>
          <p:nvPr/>
        </p:nvSpPr>
        <p:spPr>
          <a:xfrm>
            <a:off x="793790" y="2822075"/>
            <a:ext cx="6244800" cy="3630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3C3939"/>
              </a:buClr>
              <a:buSzPts val="1750"/>
              <a:buFont typeface="Roboto"/>
              <a:buNone/>
            </a:pPr>
            <a:r>
              <a:rPr lang="en-US" sz="1750" b="0" i="0" u="none" strike="noStrike" cap="none">
                <a:solidFill>
                  <a:srgbClr val="3C3939"/>
                </a:solidFill>
                <a:latin typeface="Roboto"/>
                <a:ea typeface="Roboto"/>
                <a:cs typeface="Roboto"/>
                <a:sym typeface="Roboto"/>
              </a:rPr>
              <a:t>Used for: Service categories hierarchy</a:t>
            </a:r>
            <a:endParaRPr sz="1750" b="0" i="0" u="none" strike="noStrike" cap="none"/>
          </a:p>
        </p:txBody>
      </p:sp>
      <p:sp>
        <p:nvSpPr>
          <p:cNvPr id="213" name="Google Shape;213;p30"/>
          <p:cNvSpPr/>
          <p:nvPr/>
        </p:nvSpPr>
        <p:spPr>
          <a:xfrm>
            <a:off x="793790" y="3389051"/>
            <a:ext cx="6244800" cy="3630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3C3939"/>
              </a:buClr>
              <a:buSzPts val="1750"/>
              <a:buFont typeface="Roboto"/>
              <a:buNone/>
            </a:pPr>
            <a:r>
              <a:rPr lang="en-US" sz="1750" b="0" i="0" u="none" strike="noStrike" cap="none">
                <a:solidFill>
                  <a:srgbClr val="3C3939"/>
                </a:solidFill>
                <a:latin typeface="Roboto"/>
                <a:ea typeface="Roboto"/>
                <a:cs typeface="Roboto"/>
                <a:sym typeface="Roboto"/>
              </a:rPr>
              <a:t>Where in Fixly:</a:t>
            </a:r>
            <a:endParaRPr sz="1750" b="0" i="0" u="none" strike="noStrike" cap="none"/>
          </a:p>
        </p:txBody>
      </p:sp>
      <p:sp>
        <p:nvSpPr>
          <p:cNvPr id="214" name="Google Shape;214;p30"/>
          <p:cNvSpPr/>
          <p:nvPr/>
        </p:nvSpPr>
        <p:spPr>
          <a:xfrm>
            <a:off x="793790" y="3956027"/>
            <a:ext cx="6244800" cy="1088700"/>
          </a:xfrm>
          <a:prstGeom prst="rect">
            <a:avLst/>
          </a:prstGeom>
          <a:noFill/>
          <a:ln>
            <a:noFill/>
          </a:ln>
        </p:spPr>
        <p:txBody>
          <a:bodyPr spcFirstLastPara="1" wrap="square" lIns="0" tIns="0" rIns="0" bIns="0" anchor="t" anchorCtr="0">
            <a:noAutofit/>
          </a:bodyPr>
          <a:lstStyle/>
          <a:p>
            <a:pPr marL="342900" marR="0" lvl="0" indent="-342900" algn="l" rtl="0">
              <a:lnSpc>
                <a:spcPct val="162857"/>
              </a:lnSpc>
              <a:spcBef>
                <a:spcPts val="0"/>
              </a:spcBef>
              <a:spcAft>
                <a:spcPts val="0"/>
              </a:spcAft>
              <a:buClr>
                <a:srgbClr val="3C3939"/>
              </a:buClr>
              <a:buSzPts val="1750"/>
              <a:buFont typeface="Roboto"/>
              <a:buChar char="•"/>
            </a:pPr>
            <a:r>
              <a:rPr lang="en-US" sz="1750" b="0" i="0" u="none" strike="noStrike" cap="none">
                <a:solidFill>
                  <a:srgbClr val="3C3939"/>
                </a:solidFill>
                <a:latin typeface="Roboto"/>
                <a:ea typeface="Roboto"/>
                <a:cs typeface="Roboto"/>
                <a:sym typeface="Roboto"/>
              </a:rPr>
              <a:t>SERVICE\_CATEGORY has a parent-child relationship, enabling nested categories (e.g., “Home Services → Cleaning → Deep Cleaning”).</a:t>
            </a:r>
            <a:endParaRPr sz="1750" b="0" i="0" u="none" strike="noStrike" cap="none"/>
          </a:p>
        </p:txBody>
      </p:sp>
      <p:sp>
        <p:nvSpPr>
          <p:cNvPr id="215" name="Google Shape;215;p30"/>
          <p:cNvSpPr/>
          <p:nvPr/>
        </p:nvSpPr>
        <p:spPr>
          <a:xfrm>
            <a:off x="793790" y="5248807"/>
            <a:ext cx="6244800" cy="7257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3C3939"/>
              </a:buClr>
              <a:buSzPts val="1750"/>
              <a:buFont typeface="Roboto"/>
              <a:buNone/>
            </a:pPr>
            <a:r>
              <a:rPr lang="en-US" sz="1750" b="1" i="0" u="none" strike="noStrike" cap="none">
                <a:solidFill>
                  <a:srgbClr val="3C3939"/>
                </a:solidFill>
                <a:latin typeface="Roboto"/>
                <a:ea typeface="Roboto"/>
                <a:cs typeface="Roboto"/>
                <a:sym typeface="Roboto"/>
              </a:rPr>
              <a:t>Benefit:</a:t>
            </a:r>
            <a:r>
              <a:rPr lang="en-US" sz="1750" b="0" i="0" u="none" strike="noStrike" cap="none">
                <a:solidFill>
                  <a:srgbClr val="3C3939"/>
                </a:solidFill>
                <a:latin typeface="Roboto"/>
                <a:ea typeface="Roboto"/>
                <a:cs typeface="Roboto"/>
                <a:sym typeface="Roboto"/>
              </a:rPr>
              <a:t> Simplifies recursive category structures and uniform handling of parent/child elements.</a:t>
            </a:r>
            <a:endParaRPr sz="1750" b="0" i="0" u="none" strike="noStrike" cap="none"/>
          </a:p>
        </p:txBody>
      </p:sp>
      <p:sp>
        <p:nvSpPr>
          <p:cNvPr id="216" name="Google Shape;216;p30"/>
          <p:cNvSpPr/>
          <p:nvPr/>
        </p:nvSpPr>
        <p:spPr>
          <a:xfrm>
            <a:off x="7652436" y="1390902"/>
            <a:ext cx="5492100" cy="725700"/>
          </a:xfrm>
          <a:prstGeom prst="rect">
            <a:avLst/>
          </a:prstGeom>
          <a:noFill/>
          <a:ln>
            <a:noFill/>
          </a:ln>
        </p:spPr>
        <p:txBody>
          <a:bodyPr spcFirstLastPara="1" wrap="square" lIns="0" tIns="0" rIns="0" bIns="0" anchor="t" anchorCtr="0">
            <a:noAutofit/>
          </a:bodyPr>
          <a:lstStyle/>
          <a:p>
            <a:pPr marL="0" marR="0" lvl="0" indent="0" algn="l" rtl="0">
              <a:lnSpc>
                <a:spcPct val="124528"/>
              </a:lnSpc>
              <a:spcBef>
                <a:spcPts val="0"/>
              </a:spcBef>
              <a:spcAft>
                <a:spcPts val="0"/>
              </a:spcAft>
              <a:buClr>
                <a:srgbClr val="1B1B27"/>
              </a:buClr>
              <a:buSzPts val="2650"/>
              <a:buFont typeface="Raleway"/>
              <a:buNone/>
            </a:pPr>
            <a:r>
              <a:rPr lang="en-US" sz="3450" b="0" i="0" u="none" strike="noStrike" cap="none">
                <a:solidFill>
                  <a:srgbClr val="1B1B27"/>
                </a:solidFill>
                <a:latin typeface="Raleway"/>
                <a:ea typeface="Raleway"/>
                <a:cs typeface="Raleway"/>
                <a:sym typeface="Raleway"/>
              </a:rPr>
              <a:t>Command Pattern</a:t>
            </a:r>
            <a:endParaRPr sz="3450" b="0" i="0" u="none" strike="noStrike" cap="none"/>
          </a:p>
        </p:txBody>
      </p:sp>
      <p:sp>
        <p:nvSpPr>
          <p:cNvPr id="217" name="Google Shape;217;p30"/>
          <p:cNvSpPr/>
          <p:nvPr/>
        </p:nvSpPr>
        <p:spPr>
          <a:xfrm>
            <a:off x="7652432" y="2212425"/>
            <a:ext cx="6244800" cy="3630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1B1B27"/>
              </a:buClr>
              <a:buSzPts val="1750"/>
              <a:buFont typeface="Roboto"/>
              <a:buNone/>
            </a:pPr>
            <a:r>
              <a:rPr lang="en-US" sz="1750" b="0" i="0" u="none" strike="noStrike" cap="none">
                <a:solidFill>
                  <a:srgbClr val="1B1B27"/>
                </a:solidFill>
                <a:latin typeface="Roboto"/>
                <a:ea typeface="Roboto"/>
                <a:cs typeface="Roboto"/>
                <a:sym typeface="Roboto"/>
              </a:rPr>
              <a:t>Type: Behavioral Pattern</a:t>
            </a:r>
            <a:endParaRPr sz="1750" b="0" i="0" u="none" strike="noStrike" cap="none"/>
          </a:p>
        </p:txBody>
      </p:sp>
      <p:sp>
        <p:nvSpPr>
          <p:cNvPr id="218" name="Google Shape;218;p30"/>
          <p:cNvSpPr/>
          <p:nvPr/>
        </p:nvSpPr>
        <p:spPr>
          <a:xfrm>
            <a:off x="7652432" y="2779400"/>
            <a:ext cx="6244800" cy="7257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3C3939"/>
              </a:buClr>
              <a:buSzPts val="1750"/>
              <a:buFont typeface="Roboto"/>
              <a:buNone/>
            </a:pPr>
            <a:r>
              <a:rPr lang="en-US" sz="1750" b="0" i="0" u="none" strike="noStrike" cap="none">
                <a:solidFill>
                  <a:srgbClr val="3C3939"/>
                </a:solidFill>
                <a:latin typeface="Roboto"/>
                <a:ea typeface="Roboto"/>
                <a:cs typeface="Roboto"/>
                <a:sym typeface="Roboto"/>
              </a:rPr>
              <a:t>Used for: Handling user actions like booking, cancellation, complaint submission</a:t>
            </a:r>
            <a:endParaRPr sz="1750" b="0" i="0" u="none" strike="noStrike" cap="none"/>
          </a:p>
        </p:txBody>
      </p:sp>
      <p:sp>
        <p:nvSpPr>
          <p:cNvPr id="219" name="Google Shape;219;p30"/>
          <p:cNvSpPr/>
          <p:nvPr/>
        </p:nvSpPr>
        <p:spPr>
          <a:xfrm>
            <a:off x="7652432" y="3709278"/>
            <a:ext cx="6244800" cy="3630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3C3939"/>
              </a:buClr>
              <a:buSzPts val="1750"/>
              <a:buFont typeface="Roboto"/>
              <a:buNone/>
            </a:pPr>
            <a:r>
              <a:rPr lang="en-US" sz="1750" b="0" i="0" u="none" strike="noStrike" cap="none">
                <a:solidFill>
                  <a:srgbClr val="3C3939"/>
                </a:solidFill>
                <a:latin typeface="Roboto"/>
                <a:ea typeface="Roboto"/>
                <a:cs typeface="Roboto"/>
                <a:sym typeface="Roboto"/>
              </a:rPr>
              <a:t>Where in Fixly:</a:t>
            </a:r>
            <a:endParaRPr sz="1750" b="0" i="0" u="none" strike="noStrike" cap="none"/>
          </a:p>
        </p:txBody>
      </p:sp>
      <p:sp>
        <p:nvSpPr>
          <p:cNvPr id="220" name="Google Shape;220;p30"/>
          <p:cNvSpPr/>
          <p:nvPr/>
        </p:nvSpPr>
        <p:spPr>
          <a:xfrm>
            <a:off x="7652432" y="4276254"/>
            <a:ext cx="6244800" cy="1088700"/>
          </a:xfrm>
          <a:prstGeom prst="rect">
            <a:avLst/>
          </a:prstGeom>
          <a:noFill/>
          <a:ln>
            <a:noFill/>
          </a:ln>
        </p:spPr>
        <p:txBody>
          <a:bodyPr spcFirstLastPara="1" wrap="square" lIns="0" tIns="0" rIns="0" bIns="0" anchor="t" anchorCtr="0">
            <a:noAutofit/>
          </a:bodyPr>
          <a:lstStyle/>
          <a:p>
            <a:pPr marL="342900" marR="0" lvl="0" indent="-342900" algn="l" rtl="0">
              <a:lnSpc>
                <a:spcPct val="162857"/>
              </a:lnSpc>
              <a:spcBef>
                <a:spcPts val="0"/>
              </a:spcBef>
              <a:spcAft>
                <a:spcPts val="0"/>
              </a:spcAft>
              <a:buClr>
                <a:srgbClr val="3C3939"/>
              </a:buClr>
              <a:buSzPts val="1750"/>
              <a:buFont typeface="Roboto"/>
              <a:buChar char="•"/>
            </a:pPr>
            <a:r>
              <a:rPr lang="en-US" sz="1750" b="0" i="0" u="none" strike="noStrike" cap="none">
                <a:solidFill>
                  <a:srgbClr val="3C3939"/>
                </a:solidFill>
                <a:latin typeface="Roboto"/>
                <a:ea typeface="Roboto"/>
                <a:cs typeface="Roboto"/>
                <a:sym typeface="Roboto"/>
              </a:rPr>
              <a:t>Each user operation (book service, make payment, cancel booking) can be treated as a command with undo/redo or transaction rollback.</a:t>
            </a:r>
            <a:endParaRPr sz="1750" b="0" i="0" u="none" strike="noStrike" cap="none"/>
          </a:p>
        </p:txBody>
      </p:sp>
      <p:sp>
        <p:nvSpPr>
          <p:cNvPr id="221" name="Google Shape;221;p30"/>
          <p:cNvSpPr/>
          <p:nvPr/>
        </p:nvSpPr>
        <p:spPr>
          <a:xfrm>
            <a:off x="7652432" y="5569035"/>
            <a:ext cx="6244800" cy="7257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3C3939"/>
              </a:buClr>
              <a:buSzPts val="1750"/>
              <a:buFont typeface="Roboto"/>
              <a:buNone/>
            </a:pPr>
            <a:r>
              <a:rPr lang="en-US" sz="1750" b="1" i="0" u="none" strike="noStrike" cap="none">
                <a:solidFill>
                  <a:srgbClr val="3C3939"/>
                </a:solidFill>
                <a:latin typeface="Roboto"/>
                <a:ea typeface="Roboto"/>
                <a:cs typeface="Roboto"/>
                <a:sym typeface="Roboto"/>
              </a:rPr>
              <a:t>Benefit:</a:t>
            </a:r>
            <a:r>
              <a:rPr lang="en-US" sz="1750" b="0" i="0" u="none" strike="noStrike" cap="none">
                <a:solidFill>
                  <a:srgbClr val="3C3939"/>
                </a:solidFill>
                <a:latin typeface="Roboto"/>
                <a:ea typeface="Roboto"/>
                <a:cs typeface="Roboto"/>
                <a:sym typeface="Roboto"/>
              </a:rPr>
              <a:t> Increases modularity and helps in maintaining a history of operations.</a:t>
            </a:r>
            <a:endParaRPr sz="1750" b="0" i="0" u="none" strike="noStrike" cap="none"/>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1"/>
          <p:cNvSpPr txBox="1"/>
          <p:nvPr/>
        </p:nvSpPr>
        <p:spPr>
          <a:xfrm>
            <a:off x="3394366" y="3543300"/>
            <a:ext cx="8174100" cy="1143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6500">
                <a:solidFill>
                  <a:schemeClr val="dk2"/>
                </a:solidFill>
              </a:rPr>
              <a:t>THANK YOU</a:t>
            </a:r>
            <a:endParaRPr sz="6500">
              <a:solidFill>
                <a:schemeClr val="dk2"/>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588</Words>
  <Application>Microsoft Office PowerPoint</Application>
  <PresentationFormat>Custom</PresentationFormat>
  <Paragraphs>76</Paragraphs>
  <Slides>14</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Consolas</vt:lpstr>
      <vt:lpstr>Raleway</vt:lpstr>
      <vt:lpstr>Arial</vt:lpstr>
      <vt:lpstr>DM Sans</vt:lpstr>
      <vt:lpstr>Roboto</vt:lpstr>
      <vt:lpstr>Calibri</vt:lpstr>
      <vt:lpstr>Inter</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Smit Kachhadiya</cp:lastModifiedBy>
  <cp:revision>1</cp:revision>
  <dcterms:modified xsi:type="dcterms:W3CDTF">2025-11-16T12:54:13Z</dcterms:modified>
</cp:coreProperties>
</file>